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Liter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610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8b8c293985797099fbfb0e993a3a33a56d474157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56792" y="-862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4FD1C5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592217" y="13049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3"/>
          <p:cNvSpPr/>
          <p:nvPr/>
        </p:nvSpPr>
        <p:spPr>
          <a:xfrm>
            <a:off x="907733" y="1276350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1737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 Management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</a:t>
            </a:r>
            <a:r>
              <a:rPr lang="en-US" sz="54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(IMS)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893701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6"/>
          <p:cNvSpPr/>
          <p:nvPr/>
        </p:nvSpPr>
        <p:spPr>
          <a:xfrm>
            <a:off x="1295400" y="3760470"/>
            <a:ext cx="5743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Invoice Handling &amp; Smart Email Notifications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810" y="5135761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1975" y="528435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76126"/>
                </a:lnTo>
                <a:cubicBezTo>
                  <a:pt x="171450" y="68535"/>
                  <a:pt x="168459" y="61258"/>
                  <a:pt x="163101" y="55900"/>
                </a:cubicBezTo>
                <a:lnTo>
                  <a:pt x="115506" y="8349"/>
                </a:lnTo>
                <a:cubicBezTo>
                  <a:pt x="110148" y="2991"/>
                  <a:pt x="102915" y="0"/>
                  <a:pt x="95324" y="0"/>
                </a:cubicBezTo>
                <a:lnTo>
                  <a:pt x="28575" y="0"/>
                </a:lnTo>
                <a:close/>
                <a:moveTo>
                  <a:pt x="145331" y="78581"/>
                </a:moveTo>
                <a:lnTo>
                  <a:pt x="103584" y="78581"/>
                </a:lnTo>
                <a:cubicBezTo>
                  <a:pt x="97646" y="78581"/>
                  <a:pt x="92869" y="73804"/>
                  <a:pt x="92869" y="67866"/>
                </a:cubicBezTo>
                <a:lnTo>
                  <a:pt x="92869" y="26119"/>
                </a:lnTo>
                <a:lnTo>
                  <a:pt x="145331" y="78581"/>
                </a:lnTo>
                <a:close/>
                <a:moveTo>
                  <a:pt x="28575" y="171450"/>
                </a:moveTo>
                <a:lnTo>
                  <a:pt x="28575" y="142875"/>
                </a:lnTo>
                <a:cubicBezTo>
                  <a:pt x="28575" y="134972"/>
                  <a:pt x="34960" y="128588"/>
                  <a:pt x="42863" y="128588"/>
                </a:cubicBezTo>
                <a:lnTo>
                  <a:pt x="128588" y="128588"/>
                </a:lnTo>
                <a:cubicBezTo>
                  <a:pt x="136490" y="128588"/>
                  <a:pt x="142875" y="134972"/>
                  <a:pt x="142875" y="142875"/>
                </a:cubicBezTo>
                <a:lnTo>
                  <a:pt x="142875" y="171450"/>
                </a:lnTo>
                <a:cubicBezTo>
                  <a:pt x="142875" y="179353"/>
                  <a:pt x="136490" y="185738"/>
                  <a:pt x="128588" y="185738"/>
                </a:cubicBezTo>
                <a:lnTo>
                  <a:pt x="42863" y="185738"/>
                </a:lnTo>
                <a:cubicBezTo>
                  <a:pt x="34960" y="185738"/>
                  <a:pt x="28575" y="179353"/>
                  <a:pt x="28575" y="171450"/>
                </a:cubicBezTo>
                <a:close/>
                <a:moveTo>
                  <a:pt x="39291" y="28575"/>
                </a:moveTo>
                <a:lnTo>
                  <a:pt x="60722" y="28575"/>
                </a:lnTo>
                <a:cubicBezTo>
                  <a:pt x="66660" y="28575"/>
                  <a:pt x="71438" y="33352"/>
                  <a:pt x="71438" y="39291"/>
                </a:cubicBezTo>
                <a:cubicBezTo>
                  <a:pt x="71438" y="45229"/>
                  <a:pt x="66660" y="50006"/>
                  <a:pt x="60722" y="50006"/>
                </a:cubicBezTo>
                <a:lnTo>
                  <a:pt x="39291" y="50006"/>
                </a:lnTo>
                <a:cubicBezTo>
                  <a:pt x="33352" y="50006"/>
                  <a:pt x="28575" y="45229"/>
                  <a:pt x="28575" y="39291"/>
                </a:cubicBezTo>
                <a:cubicBezTo>
                  <a:pt x="28575" y="33352"/>
                  <a:pt x="33352" y="28575"/>
                  <a:pt x="39291" y="28575"/>
                </a:cubicBezTo>
                <a:close/>
                <a:moveTo>
                  <a:pt x="39291" y="71438"/>
                </a:moveTo>
                <a:lnTo>
                  <a:pt x="60722" y="71438"/>
                </a:lnTo>
                <a:cubicBezTo>
                  <a:pt x="66660" y="71438"/>
                  <a:pt x="71438" y="76215"/>
                  <a:pt x="71438" y="82153"/>
                </a:cubicBezTo>
                <a:cubicBezTo>
                  <a:pt x="71438" y="88091"/>
                  <a:pt x="66660" y="92869"/>
                  <a:pt x="60722" y="92869"/>
                </a:cubicBezTo>
                <a:lnTo>
                  <a:pt x="39291" y="92869"/>
                </a:lnTo>
                <a:cubicBezTo>
                  <a:pt x="33352" y="92869"/>
                  <a:pt x="28575" y="88091"/>
                  <a:pt x="28575" y="82153"/>
                </a:cubicBezTo>
                <a:cubicBezTo>
                  <a:pt x="28575" y="76215"/>
                  <a:pt x="33352" y="71438"/>
                  <a:pt x="39291" y="7143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2" name="Text 9"/>
          <p:cNvSpPr/>
          <p:nvPr/>
        </p:nvSpPr>
        <p:spPr>
          <a:xfrm>
            <a:off x="1066800" y="5170051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Type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6800" y="5360551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Full-Stack Web Application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23310" y="5135761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w="10160">
            <a:solidFill>
              <a:srgbClr val="F6AD55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71900" y="52843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6" name="Text 13"/>
          <p:cNvSpPr/>
          <p:nvPr/>
        </p:nvSpPr>
        <p:spPr>
          <a:xfrm>
            <a:off x="4305300" y="5170051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05300" y="5360551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Email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441960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381000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365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IMS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84910"/>
            <a:ext cx="5608320" cy="2465070"/>
          </a:xfrm>
          <a:custGeom>
            <a:avLst/>
            <a:gdLst/>
            <a:ahLst/>
            <a:cxnLst/>
            <a:rect l="l" t="t" r="r" b="b"/>
            <a:pathLst>
              <a:path w="5608320" h="2465070">
                <a:moveTo>
                  <a:pt x="152391" y="0"/>
                </a:moveTo>
                <a:lnTo>
                  <a:pt x="5455929" y="0"/>
                </a:lnTo>
                <a:cubicBezTo>
                  <a:pt x="5540092" y="0"/>
                  <a:pt x="5608320" y="68228"/>
                  <a:pt x="5608320" y="152391"/>
                </a:cubicBezTo>
                <a:lnTo>
                  <a:pt x="5608320" y="2312679"/>
                </a:lnTo>
                <a:cubicBezTo>
                  <a:pt x="5608320" y="2396842"/>
                  <a:pt x="5540092" y="2465070"/>
                  <a:pt x="5455929" y="2465070"/>
                </a:cubicBezTo>
                <a:lnTo>
                  <a:pt x="152391" y="2465070"/>
                </a:lnTo>
                <a:cubicBezTo>
                  <a:pt x="68228" y="2465070"/>
                  <a:pt x="0" y="2396842"/>
                  <a:pt x="0" y="231267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417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5808" y="152209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1112520" y="1455420"/>
            <a:ext cx="1438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IMS?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195072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web-based solution designed to streamline invoice processing, tracking, and management through automation and intelligent notifications.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" y="2849880"/>
            <a:ext cx="1236345" cy="274320"/>
          </a:xfrm>
          <a:custGeom>
            <a:avLst/>
            <a:gdLst/>
            <a:ahLst/>
            <a:cxnLst/>
            <a:rect l="l" t="t" r="r" b="b"/>
            <a:pathLst>
              <a:path w="1236345" h="274320">
                <a:moveTo>
                  <a:pt x="137160" y="0"/>
                </a:moveTo>
                <a:lnTo>
                  <a:pt x="1099185" y="0"/>
                </a:lnTo>
                <a:cubicBezTo>
                  <a:pt x="1174936" y="0"/>
                  <a:pt x="1236345" y="61409"/>
                  <a:pt x="1236345" y="137160"/>
                </a:cubicBezTo>
                <a:lnTo>
                  <a:pt x="1236345" y="137160"/>
                </a:lnTo>
                <a:cubicBezTo>
                  <a:pt x="1236345" y="212911"/>
                  <a:pt x="1174936" y="274320"/>
                  <a:pt x="1099185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4FD1C5">
              <a:alpha val="14902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" y="2846070"/>
            <a:ext cx="12954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39290" y="2849880"/>
            <a:ext cx="845820" cy="274320"/>
          </a:xfrm>
          <a:custGeom>
            <a:avLst/>
            <a:gdLst/>
            <a:ahLst/>
            <a:cxnLst/>
            <a:rect l="l" t="t" r="r" b="b"/>
            <a:pathLst>
              <a:path w="845820" h="274320">
                <a:moveTo>
                  <a:pt x="137160" y="0"/>
                </a:moveTo>
                <a:lnTo>
                  <a:pt x="708660" y="0"/>
                </a:lnTo>
                <a:cubicBezTo>
                  <a:pt x="784411" y="0"/>
                  <a:pt x="845820" y="61409"/>
                  <a:pt x="845820" y="137160"/>
                </a:cubicBezTo>
                <a:lnTo>
                  <a:pt x="845820" y="137160"/>
                </a:lnTo>
                <a:cubicBezTo>
                  <a:pt x="845820" y="212911"/>
                  <a:pt x="784411" y="274320"/>
                  <a:pt x="708660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4FD1C5">
              <a:alpha val="14902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5480" y="2846070"/>
            <a:ext cx="904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Full-Stack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68930" y="2849880"/>
            <a:ext cx="1083945" cy="274320"/>
          </a:xfrm>
          <a:custGeom>
            <a:avLst/>
            <a:gdLst/>
            <a:ahLst/>
            <a:cxnLst/>
            <a:rect l="l" t="t" r="r" b="b"/>
            <a:pathLst>
              <a:path w="1083945" h="274320">
                <a:moveTo>
                  <a:pt x="137160" y="0"/>
                </a:moveTo>
                <a:lnTo>
                  <a:pt x="946785" y="0"/>
                </a:lnTo>
                <a:cubicBezTo>
                  <a:pt x="1022536" y="0"/>
                  <a:pt x="1083945" y="61409"/>
                  <a:pt x="1083945" y="137160"/>
                </a:cubicBezTo>
                <a:lnTo>
                  <a:pt x="1083945" y="137160"/>
                </a:lnTo>
                <a:cubicBezTo>
                  <a:pt x="1083945" y="212911"/>
                  <a:pt x="1022536" y="274320"/>
                  <a:pt x="946785" y="274320"/>
                </a:cubicBezTo>
                <a:lnTo>
                  <a:pt x="137160" y="274320"/>
                </a:lnTo>
                <a:cubicBezTo>
                  <a:pt x="61459" y="274320"/>
                  <a:pt x="0" y="212861"/>
                  <a:pt x="0" y="137160"/>
                </a:cubicBezTo>
                <a:lnTo>
                  <a:pt x="0" y="137160"/>
                </a:lnTo>
                <a:cubicBezTo>
                  <a:pt x="0" y="61459"/>
                  <a:pt x="61459" y="0"/>
                  <a:pt x="137160" y="0"/>
                </a:cubicBezTo>
                <a:close/>
              </a:path>
            </a:pathLst>
          </a:custGeom>
          <a:solidFill>
            <a:srgbClr val="4FD1C5">
              <a:alpha val="14902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65120" y="2846070"/>
            <a:ext cx="1143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Stack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851910"/>
            <a:ext cx="5608320" cy="2465070"/>
          </a:xfrm>
          <a:custGeom>
            <a:avLst/>
            <a:gdLst/>
            <a:ahLst/>
            <a:cxnLst/>
            <a:rect l="l" t="t" r="r" b="b"/>
            <a:pathLst>
              <a:path w="5608320" h="2465070">
                <a:moveTo>
                  <a:pt x="152391" y="0"/>
                </a:moveTo>
                <a:lnTo>
                  <a:pt x="5455929" y="0"/>
                </a:lnTo>
                <a:cubicBezTo>
                  <a:pt x="5540092" y="0"/>
                  <a:pt x="5608320" y="68228"/>
                  <a:pt x="5608320" y="152391"/>
                </a:cubicBezTo>
                <a:lnTo>
                  <a:pt x="5608320" y="2312679"/>
                </a:lnTo>
                <a:cubicBezTo>
                  <a:pt x="5608320" y="2396842"/>
                  <a:pt x="5540092" y="2465070"/>
                  <a:pt x="5455929" y="2465070"/>
                </a:cubicBezTo>
                <a:lnTo>
                  <a:pt x="152391" y="2465070"/>
                </a:lnTo>
                <a:cubicBezTo>
                  <a:pt x="68228" y="2465070"/>
                  <a:pt x="0" y="2396842"/>
                  <a:pt x="0" y="231267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" y="4084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4376" y="41890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0" name="Text 18"/>
          <p:cNvSpPr/>
          <p:nvPr/>
        </p:nvSpPr>
        <p:spPr>
          <a:xfrm>
            <a:off x="1112520" y="4122420"/>
            <a:ext cx="2047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6270" y="4655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2" name="Text 20"/>
          <p:cNvSpPr/>
          <p:nvPr/>
        </p:nvSpPr>
        <p:spPr>
          <a:xfrm>
            <a:off x="922020" y="461772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invoice handling is time-consuming and error-prone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6270" y="49987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4" name="Text 22"/>
          <p:cNvSpPr/>
          <p:nvPr/>
        </p:nvSpPr>
        <p:spPr>
          <a:xfrm>
            <a:off x="922020" y="4960620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Difficulty tracking due dates leads to missed payments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270" y="53416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6" name="Text 24"/>
          <p:cNvSpPr/>
          <p:nvPr/>
        </p:nvSpPr>
        <p:spPr>
          <a:xfrm>
            <a:off x="922020" y="5303520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automated reminders cause payment delays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270" y="56845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8" name="Text 26"/>
          <p:cNvSpPr/>
          <p:nvPr/>
        </p:nvSpPr>
        <p:spPr>
          <a:xfrm>
            <a:off x="922020" y="564642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centralized invoice storage and management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5060" y="1184910"/>
            <a:ext cx="5608320" cy="3350895"/>
          </a:xfrm>
          <a:custGeom>
            <a:avLst/>
            <a:gdLst/>
            <a:ahLst/>
            <a:cxnLst/>
            <a:rect l="l" t="t" r="r" b="b"/>
            <a:pathLst>
              <a:path w="5608320" h="3350895">
                <a:moveTo>
                  <a:pt x="152399" y="0"/>
                </a:moveTo>
                <a:lnTo>
                  <a:pt x="5455921" y="0"/>
                </a:lnTo>
                <a:cubicBezTo>
                  <a:pt x="5540089" y="0"/>
                  <a:pt x="5608320" y="68231"/>
                  <a:pt x="5608320" y="152399"/>
                </a:cubicBezTo>
                <a:lnTo>
                  <a:pt x="5608320" y="3198496"/>
                </a:lnTo>
                <a:cubicBezTo>
                  <a:pt x="5608320" y="3282664"/>
                  <a:pt x="5540089" y="3350895"/>
                  <a:pt x="5455921" y="3350895"/>
                </a:cubicBezTo>
                <a:lnTo>
                  <a:pt x="152399" y="3350895"/>
                </a:lnTo>
                <a:cubicBezTo>
                  <a:pt x="68231" y="3350895"/>
                  <a:pt x="0" y="3282664"/>
                  <a:pt x="0" y="319849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7470" y="1417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34626" y="15220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2" name="Text 30"/>
          <p:cNvSpPr/>
          <p:nvPr/>
        </p:nvSpPr>
        <p:spPr>
          <a:xfrm>
            <a:off x="6922770" y="1455420"/>
            <a:ext cx="1933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7470" y="19697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15100" y="198882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70370" y="195072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invoice creation, storage, and retrieval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7470" y="23317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03670" y="235077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70370" y="231267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intelligent due date tracking system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27470" y="26936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99860" y="271272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70370" y="2674620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automated email notification framework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27470" y="30556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99860" y="307467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70370" y="3036570"/>
            <a:ext cx="3724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secure user authentication and data protection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8870" y="4739640"/>
            <a:ext cx="5606415" cy="1577340"/>
          </a:xfrm>
          <a:custGeom>
            <a:avLst/>
            <a:gdLst/>
            <a:ahLst/>
            <a:cxnLst/>
            <a:rect l="l" t="t" r="r" b="b"/>
            <a:pathLst>
              <a:path w="5606415" h="1577340">
                <a:moveTo>
                  <a:pt x="152403" y="0"/>
                </a:moveTo>
                <a:lnTo>
                  <a:pt x="5454012" y="0"/>
                </a:lnTo>
                <a:cubicBezTo>
                  <a:pt x="5538182" y="0"/>
                  <a:pt x="5606415" y="68233"/>
                  <a:pt x="5606415" y="152403"/>
                </a:cubicBezTo>
                <a:lnTo>
                  <a:pt x="5606415" y="1424937"/>
                </a:lnTo>
                <a:cubicBezTo>
                  <a:pt x="5606415" y="1509107"/>
                  <a:pt x="5538182" y="1577340"/>
                  <a:pt x="5454012" y="1577340"/>
                </a:cubicBezTo>
                <a:lnTo>
                  <a:pt x="152403" y="1577340"/>
                </a:lnTo>
                <a:cubicBezTo>
                  <a:pt x="68233" y="1577340"/>
                  <a:pt x="0" y="1509107"/>
                  <a:pt x="0" y="142493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6AD55">
              <a:alpha val="14902"/>
            </a:srgbClr>
          </a:solidFill>
          <a:ln w="20320">
            <a:solidFill>
              <a:srgbClr val="F6AD55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35090" y="49758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31531" y="508063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8" name="Text 46"/>
          <p:cNvSpPr/>
          <p:nvPr/>
        </p:nvSpPr>
        <p:spPr>
          <a:xfrm>
            <a:off x="6930390" y="501396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Highlight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35090" y="547116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Email Notification System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54140" y="58902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1" name="Text 49"/>
          <p:cNvSpPr/>
          <p:nvPr/>
        </p:nvSpPr>
        <p:spPr>
          <a:xfrm>
            <a:off x="6701790" y="5852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 Confirmation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68640" y="589026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3" name="Text 51"/>
          <p:cNvSpPr/>
          <p:nvPr/>
        </p:nvSpPr>
        <p:spPr>
          <a:xfrm>
            <a:off x="8416290" y="585216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 Date Reminders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441960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0540" y="53340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WATERFALL MODEL - PHASE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46810"/>
            <a:ext cx="3703320" cy="5579745"/>
          </a:xfrm>
          <a:custGeom>
            <a:avLst/>
            <a:gdLst/>
            <a:ahLst/>
            <a:cxnLst/>
            <a:rect l="l" t="t" r="r" b="b"/>
            <a:pathLst>
              <a:path w="3703320" h="5579745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5427353"/>
                </a:lnTo>
                <a:cubicBezTo>
                  <a:pt x="3703320" y="5511517"/>
                  <a:pt x="3635092" y="5579745"/>
                  <a:pt x="3550928" y="5579745"/>
                </a:cubicBezTo>
                <a:lnTo>
                  <a:pt x="152392" y="5579745"/>
                </a:lnTo>
                <a:cubicBezTo>
                  <a:pt x="68228" y="5579745"/>
                  <a:pt x="0" y="5511517"/>
                  <a:pt x="0" y="5427353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4845" y="144589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1074420" y="139827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Requirements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930" y="1878330"/>
            <a:ext cx="3303270" cy="1455420"/>
          </a:xfrm>
          <a:custGeom>
            <a:avLst/>
            <a:gdLst/>
            <a:ahLst/>
            <a:cxnLst/>
            <a:rect l="l" t="t" r="r" b="b"/>
            <a:pathLst>
              <a:path w="3303270" h="1455420">
                <a:moveTo>
                  <a:pt x="114294" y="0"/>
                </a:moveTo>
                <a:lnTo>
                  <a:pt x="3188976" y="0"/>
                </a:lnTo>
                <a:cubicBezTo>
                  <a:pt x="3252099" y="0"/>
                  <a:pt x="3303270" y="51171"/>
                  <a:pt x="3303270" y="114294"/>
                </a:cubicBezTo>
                <a:lnTo>
                  <a:pt x="3303270" y="1341126"/>
                </a:lnTo>
                <a:cubicBezTo>
                  <a:pt x="3303270" y="1404249"/>
                  <a:pt x="3252099" y="1455420"/>
                  <a:pt x="318897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8665" y="209169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3454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Role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6290" y="241554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37744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all invoices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6290" y="270129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6319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account management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6290" y="298704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94894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configuration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2930" y="3455670"/>
            <a:ext cx="3303270" cy="1455420"/>
          </a:xfrm>
          <a:custGeom>
            <a:avLst/>
            <a:gdLst/>
            <a:ahLst/>
            <a:cxnLst/>
            <a:rect l="l" t="t" r="r" b="b"/>
            <a:pathLst>
              <a:path w="3303270" h="1455420">
                <a:moveTo>
                  <a:pt x="114294" y="0"/>
                </a:moveTo>
                <a:lnTo>
                  <a:pt x="3188976" y="0"/>
                </a:lnTo>
                <a:cubicBezTo>
                  <a:pt x="3252099" y="0"/>
                  <a:pt x="3303270" y="51171"/>
                  <a:pt x="3303270" y="114294"/>
                </a:cubicBezTo>
                <a:lnTo>
                  <a:pt x="3303270" y="1341126"/>
                </a:lnTo>
                <a:cubicBezTo>
                  <a:pt x="3303270" y="1404249"/>
                  <a:pt x="3252099" y="1455420"/>
                  <a:pt x="3188976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7715" y="36690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611881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Role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6290" y="3992881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954781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&amp; manage own invoices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6290" y="4278631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240531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invoice history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6290" y="4564381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526281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Receive email notifications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5531" y="1146810"/>
            <a:ext cx="3703320" cy="5579745"/>
          </a:xfrm>
          <a:custGeom>
            <a:avLst/>
            <a:gdLst/>
            <a:ahLst/>
            <a:cxnLst/>
            <a:rect l="l" t="t" r="r" b="b"/>
            <a:pathLst>
              <a:path w="3703320" h="5579745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5427353"/>
                </a:lnTo>
                <a:cubicBezTo>
                  <a:pt x="3703320" y="5511517"/>
                  <a:pt x="3635092" y="5579745"/>
                  <a:pt x="3550928" y="5579745"/>
                </a:cubicBezTo>
                <a:lnTo>
                  <a:pt x="152392" y="5579745"/>
                </a:lnTo>
                <a:cubicBezTo>
                  <a:pt x="68228" y="5579745"/>
                  <a:pt x="0" y="5511517"/>
                  <a:pt x="0" y="5427353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9841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25566" y="144589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1" name="Text 29"/>
          <p:cNvSpPr/>
          <p:nvPr/>
        </p:nvSpPr>
        <p:spPr>
          <a:xfrm>
            <a:off x="4935141" y="1398270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58891" y="1874520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0" y="0"/>
                </a:moveTo>
                <a:lnTo>
                  <a:pt x="3219451" y="0"/>
                </a:lnTo>
                <a:cubicBezTo>
                  <a:pt x="3261534" y="0"/>
                  <a:pt x="3295650" y="34116"/>
                  <a:pt x="3295650" y="76199"/>
                </a:cubicBezTo>
                <a:lnTo>
                  <a:pt x="3295650" y="609601"/>
                </a:lnTo>
                <a:cubicBezTo>
                  <a:pt x="3295650" y="651684"/>
                  <a:pt x="3261534" y="685800"/>
                  <a:pt x="3219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58891" y="187452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4" name="Shape 32"/>
          <p:cNvSpPr/>
          <p:nvPr/>
        </p:nvSpPr>
        <p:spPr>
          <a:xfrm>
            <a:off x="4630341" y="202692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5" name="Text 33"/>
          <p:cNvSpPr/>
          <p:nvPr/>
        </p:nvSpPr>
        <p:spPr>
          <a:xfrm>
            <a:off x="4858941" y="19888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Login &amp; Authentication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92241" y="225552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login with email/password using Auth.js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58891" y="2655570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0" y="0"/>
                </a:moveTo>
                <a:lnTo>
                  <a:pt x="3219451" y="0"/>
                </a:lnTo>
                <a:cubicBezTo>
                  <a:pt x="3261534" y="0"/>
                  <a:pt x="3295650" y="34116"/>
                  <a:pt x="3295650" y="76199"/>
                </a:cubicBezTo>
                <a:lnTo>
                  <a:pt x="3295650" y="609601"/>
                </a:lnTo>
                <a:cubicBezTo>
                  <a:pt x="3295650" y="651684"/>
                  <a:pt x="3261534" y="685800"/>
                  <a:pt x="3219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8891" y="265557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9" name="Shape 37"/>
          <p:cNvSpPr/>
          <p:nvPr/>
        </p:nvSpPr>
        <p:spPr>
          <a:xfrm>
            <a:off x="4630341" y="280797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50750"/>
                </a:lnTo>
                <a:cubicBezTo>
                  <a:pt x="114300" y="45690"/>
                  <a:pt x="112306" y="40838"/>
                  <a:pt x="108734" y="37267"/>
                </a:cubicBezTo>
                <a:lnTo>
                  <a:pt x="77004" y="5566"/>
                </a:lnTo>
                <a:cubicBezTo>
                  <a:pt x="73432" y="1994"/>
                  <a:pt x="68610" y="0"/>
                  <a:pt x="63550" y="0"/>
                </a:cubicBezTo>
                <a:lnTo>
                  <a:pt x="19050" y="0"/>
                </a:lnTo>
                <a:close/>
                <a:moveTo>
                  <a:pt x="96887" y="52388"/>
                </a:moveTo>
                <a:lnTo>
                  <a:pt x="69056" y="52388"/>
                </a:lnTo>
                <a:cubicBezTo>
                  <a:pt x="65097" y="52388"/>
                  <a:pt x="61912" y="49203"/>
                  <a:pt x="61912" y="45244"/>
                </a:cubicBezTo>
                <a:lnTo>
                  <a:pt x="61912" y="17413"/>
                </a:lnTo>
                <a:lnTo>
                  <a:pt x="96887" y="52388"/>
                </a:lnTo>
                <a:close/>
                <a:moveTo>
                  <a:pt x="19050" y="114300"/>
                </a:moveTo>
                <a:lnTo>
                  <a:pt x="19050" y="95250"/>
                </a:lnTo>
                <a:cubicBezTo>
                  <a:pt x="19050" y="89981"/>
                  <a:pt x="23306" y="85725"/>
                  <a:pt x="28575" y="85725"/>
                </a:cubicBezTo>
                <a:lnTo>
                  <a:pt x="85725" y="85725"/>
                </a:lnTo>
                <a:cubicBezTo>
                  <a:pt x="90994" y="85725"/>
                  <a:pt x="95250" y="89981"/>
                  <a:pt x="95250" y="95250"/>
                </a:cubicBezTo>
                <a:lnTo>
                  <a:pt x="95250" y="114300"/>
                </a:lnTo>
                <a:cubicBezTo>
                  <a:pt x="95250" y="119569"/>
                  <a:pt x="90994" y="123825"/>
                  <a:pt x="85725" y="123825"/>
                </a:cubicBezTo>
                <a:lnTo>
                  <a:pt x="28575" y="123825"/>
                </a:lnTo>
                <a:cubicBezTo>
                  <a:pt x="23306" y="123825"/>
                  <a:pt x="19050" y="119569"/>
                  <a:pt x="19050" y="114300"/>
                </a:cubicBezTo>
                <a:close/>
                <a:moveTo>
                  <a:pt x="26194" y="19050"/>
                </a:moveTo>
                <a:lnTo>
                  <a:pt x="40481" y="19050"/>
                </a:lnTo>
                <a:cubicBezTo>
                  <a:pt x="44440" y="19050"/>
                  <a:pt x="47625" y="22235"/>
                  <a:pt x="47625" y="26194"/>
                </a:cubicBezTo>
                <a:cubicBezTo>
                  <a:pt x="47625" y="30153"/>
                  <a:pt x="44440" y="33338"/>
                  <a:pt x="40481" y="33338"/>
                </a:cubicBezTo>
                <a:lnTo>
                  <a:pt x="26194" y="33338"/>
                </a:lnTo>
                <a:cubicBezTo>
                  <a:pt x="22235" y="33338"/>
                  <a:pt x="19050" y="30153"/>
                  <a:pt x="19050" y="26194"/>
                </a:cubicBezTo>
                <a:cubicBezTo>
                  <a:pt x="19050" y="22235"/>
                  <a:pt x="22235" y="19050"/>
                  <a:pt x="26194" y="19050"/>
                </a:cubicBezTo>
                <a:close/>
                <a:moveTo>
                  <a:pt x="26194" y="47625"/>
                </a:moveTo>
                <a:lnTo>
                  <a:pt x="40481" y="47625"/>
                </a:lnTo>
                <a:cubicBezTo>
                  <a:pt x="44440" y="47625"/>
                  <a:pt x="47625" y="50810"/>
                  <a:pt x="47625" y="54769"/>
                </a:cubicBezTo>
                <a:cubicBezTo>
                  <a:pt x="47625" y="58728"/>
                  <a:pt x="44440" y="61912"/>
                  <a:pt x="40481" y="61912"/>
                </a:cubicBezTo>
                <a:lnTo>
                  <a:pt x="26194" y="61912"/>
                </a:lnTo>
                <a:cubicBezTo>
                  <a:pt x="22235" y="61912"/>
                  <a:pt x="19050" y="58728"/>
                  <a:pt x="19050" y="54769"/>
                </a:cubicBezTo>
                <a:cubicBezTo>
                  <a:pt x="19050" y="50810"/>
                  <a:pt x="22235" y="47625"/>
                  <a:pt x="26194" y="4762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0" name="Text 38"/>
          <p:cNvSpPr/>
          <p:nvPr/>
        </p:nvSpPr>
        <p:spPr>
          <a:xfrm>
            <a:off x="4858941" y="276987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 Creation &amp; Storage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92241" y="303657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CRUD operations with database persistence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58891" y="3436620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0" y="0"/>
                </a:moveTo>
                <a:lnTo>
                  <a:pt x="3219451" y="0"/>
                </a:lnTo>
                <a:cubicBezTo>
                  <a:pt x="3261534" y="0"/>
                  <a:pt x="3295650" y="34116"/>
                  <a:pt x="3295650" y="76199"/>
                </a:cubicBezTo>
                <a:lnTo>
                  <a:pt x="3295650" y="609601"/>
                </a:lnTo>
                <a:cubicBezTo>
                  <a:pt x="3295650" y="651684"/>
                  <a:pt x="3261534" y="685800"/>
                  <a:pt x="3219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58891" y="343662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4" name="Shape 42"/>
          <p:cNvSpPr/>
          <p:nvPr/>
        </p:nvSpPr>
        <p:spPr>
          <a:xfrm>
            <a:off x="4620816" y="35890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5" name="Text 43"/>
          <p:cNvSpPr/>
          <p:nvPr/>
        </p:nvSpPr>
        <p:spPr>
          <a:xfrm>
            <a:off x="4858941" y="355092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 Date Tracking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92241" y="381762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tracking and status updates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58891" y="4217670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0" y="0"/>
                </a:moveTo>
                <a:lnTo>
                  <a:pt x="3219451" y="0"/>
                </a:lnTo>
                <a:cubicBezTo>
                  <a:pt x="3261534" y="0"/>
                  <a:pt x="3295650" y="34116"/>
                  <a:pt x="3295650" y="76199"/>
                </a:cubicBezTo>
                <a:lnTo>
                  <a:pt x="3295650" y="609601"/>
                </a:lnTo>
                <a:cubicBezTo>
                  <a:pt x="3295650" y="651684"/>
                  <a:pt x="3261534" y="685800"/>
                  <a:pt x="32194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458891" y="421767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9" name="Shape 47"/>
          <p:cNvSpPr/>
          <p:nvPr/>
        </p:nvSpPr>
        <p:spPr>
          <a:xfrm>
            <a:off x="4611291" y="43700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0" name="Text 48"/>
          <p:cNvSpPr/>
          <p:nvPr/>
        </p:nvSpPr>
        <p:spPr>
          <a:xfrm>
            <a:off x="4858941" y="433197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Email System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92241" y="4598670"/>
            <a:ext cx="3114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notifications at scheduled intervals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6371" y="1146810"/>
            <a:ext cx="3703320" cy="5579745"/>
          </a:xfrm>
          <a:custGeom>
            <a:avLst/>
            <a:gdLst/>
            <a:ahLst/>
            <a:cxnLst/>
            <a:rect l="l" t="t" r="r" b="b"/>
            <a:pathLst>
              <a:path w="3703320" h="5579745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5427353"/>
                </a:lnTo>
                <a:cubicBezTo>
                  <a:pt x="3703320" y="5511517"/>
                  <a:pt x="3635092" y="5579745"/>
                  <a:pt x="3550928" y="5579745"/>
                </a:cubicBezTo>
                <a:lnTo>
                  <a:pt x="152392" y="5579745"/>
                </a:lnTo>
                <a:cubicBezTo>
                  <a:pt x="68228" y="5579745"/>
                  <a:pt x="0" y="5511517"/>
                  <a:pt x="0" y="5427353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00681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07837" y="14458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5" name="Text 53"/>
          <p:cNvSpPr/>
          <p:nvPr/>
        </p:nvSpPr>
        <p:spPr>
          <a:xfrm>
            <a:off x="8795981" y="1398270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04491" y="1878330"/>
            <a:ext cx="3303270" cy="1531620"/>
          </a:xfrm>
          <a:custGeom>
            <a:avLst/>
            <a:gdLst/>
            <a:ahLst/>
            <a:cxnLst/>
            <a:rect l="l" t="t" r="r" b="b"/>
            <a:pathLst>
              <a:path w="3303270" h="1531620">
                <a:moveTo>
                  <a:pt x="114305" y="0"/>
                </a:moveTo>
                <a:lnTo>
                  <a:pt x="3188965" y="0"/>
                </a:lnTo>
                <a:cubicBezTo>
                  <a:pt x="3252094" y="0"/>
                  <a:pt x="3303270" y="51176"/>
                  <a:pt x="3303270" y="114305"/>
                </a:cubicBezTo>
                <a:lnTo>
                  <a:pt x="3303270" y="1417315"/>
                </a:lnTo>
                <a:cubicBezTo>
                  <a:pt x="3303270" y="1480444"/>
                  <a:pt x="3252094" y="1531620"/>
                  <a:pt x="3188965" y="1531620"/>
                </a:cubicBezTo>
                <a:lnTo>
                  <a:pt x="114305" y="1531620"/>
                </a:lnTo>
                <a:cubicBezTo>
                  <a:pt x="51218" y="1531620"/>
                  <a:pt x="0" y="1480402"/>
                  <a:pt x="0" y="14173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28121" y="20345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85284" y="216789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9" name="Text 57"/>
          <p:cNvSpPr/>
          <p:nvPr/>
        </p:nvSpPr>
        <p:spPr>
          <a:xfrm>
            <a:off x="8417838" y="2567940"/>
            <a:ext cx="3076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27363" y="2872740"/>
            <a:ext cx="3057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Encrypted authentication, secure API endpoints, data protection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04491" y="3531870"/>
            <a:ext cx="3303270" cy="1341120"/>
          </a:xfrm>
          <a:custGeom>
            <a:avLst/>
            <a:gdLst/>
            <a:ahLst/>
            <a:cxnLst/>
            <a:rect l="l" t="t" r="r" b="b"/>
            <a:pathLst>
              <a:path w="3303270" h="1341120">
                <a:moveTo>
                  <a:pt x="114304" y="0"/>
                </a:moveTo>
                <a:lnTo>
                  <a:pt x="3188966" y="0"/>
                </a:lnTo>
                <a:cubicBezTo>
                  <a:pt x="3252095" y="0"/>
                  <a:pt x="3303270" y="51175"/>
                  <a:pt x="3303270" y="114304"/>
                </a:cubicBezTo>
                <a:lnTo>
                  <a:pt x="3303270" y="1226816"/>
                </a:lnTo>
                <a:cubicBezTo>
                  <a:pt x="3303270" y="1289945"/>
                  <a:pt x="3252095" y="1341120"/>
                  <a:pt x="3188966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728121" y="36880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61471" y="38214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4" name="Text 62"/>
          <p:cNvSpPr/>
          <p:nvPr/>
        </p:nvSpPr>
        <p:spPr>
          <a:xfrm>
            <a:off x="8417838" y="4221481"/>
            <a:ext cx="3076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27363" y="4526281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response times, optimized database queries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04491" y="4994910"/>
            <a:ext cx="3303270" cy="1531620"/>
          </a:xfrm>
          <a:custGeom>
            <a:avLst/>
            <a:gdLst/>
            <a:ahLst/>
            <a:cxnLst/>
            <a:rect l="l" t="t" r="r" b="b"/>
            <a:pathLst>
              <a:path w="3303270" h="1531620">
                <a:moveTo>
                  <a:pt x="114305" y="0"/>
                </a:moveTo>
                <a:lnTo>
                  <a:pt x="3188965" y="0"/>
                </a:lnTo>
                <a:cubicBezTo>
                  <a:pt x="3252094" y="0"/>
                  <a:pt x="3303270" y="51176"/>
                  <a:pt x="3303270" y="114305"/>
                </a:cubicBezTo>
                <a:lnTo>
                  <a:pt x="3303270" y="1417315"/>
                </a:lnTo>
                <a:cubicBezTo>
                  <a:pt x="3303270" y="1480444"/>
                  <a:pt x="3252094" y="1531620"/>
                  <a:pt x="3188965" y="1531620"/>
                </a:cubicBezTo>
                <a:lnTo>
                  <a:pt x="114305" y="1531620"/>
                </a:lnTo>
                <a:cubicBezTo>
                  <a:pt x="51218" y="1531620"/>
                  <a:pt x="0" y="1480402"/>
                  <a:pt x="0" y="14173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28121" y="51511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73378" y="52844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9" name="Text 67"/>
          <p:cNvSpPr/>
          <p:nvPr/>
        </p:nvSpPr>
        <p:spPr>
          <a:xfrm>
            <a:off x="8417838" y="5684520"/>
            <a:ext cx="3076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427363" y="5989320"/>
            <a:ext cx="3057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Cloud-based architecture, horizontal scaling support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441960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1490" y="5334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WATERFALL MODEL - PHASE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243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4810" y="4796552"/>
            <a:ext cx="5960745" cy="1779270"/>
          </a:xfrm>
          <a:custGeom>
            <a:avLst/>
            <a:gdLst/>
            <a:ahLst/>
            <a:cxnLst/>
            <a:rect l="l" t="t" r="r" b="b"/>
            <a:pathLst>
              <a:path w="5960745" h="1779270">
                <a:moveTo>
                  <a:pt x="152394" y="0"/>
                </a:moveTo>
                <a:lnTo>
                  <a:pt x="5808351" y="0"/>
                </a:lnTo>
                <a:cubicBezTo>
                  <a:pt x="5892516" y="0"/>
                  <a:pt x="5960745" y="68229"/>
                  <a:pt x="5960745" y="152394"/>
                </a:cubicBezTo>
                <a:lnTo>
                  <a:pt x="5960745" y="1626876"/>
                </a:lnTo>
                <a:cubicBezTo>
                  <a:pt x="5960745" y="1711041"/>
                  <a:pt x="5892516" y="1779270"/>
                  <a:pt x="5808351" y="1779270"/>
                </a:cubicBezTo>
                <a:lnTo>
                  <a:pt x="152394" y="1779270"/>
                </a:lnTo>
                <a:cubicBezTo>
                  <a:pt x="68229" y="1779270"/>
                  <a:pt x="0" y="1711041"/>
                  <a:pt x="0" y="162687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9120" y="49908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96992" y="509563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Text 31"/>
          <p:cNvSpPr/>
          <p:nvPr/>
        </p:nvSpPr>
        <p:spPr>
          <a:xfrm>
            <a:off x="1074420" y="5048013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2930" y="5528073"/>
            <a:ext cx="1769745" cy="845820"/>
          </a:xfrm>
          <a:custGeom>
            <a:avLst/>
            <a:gdLst/>
            <a:ahLst/>
            <a:cxnLst/>
            <a:rect l="l" t="t" r="r" b="b"/>
            <a:pathLst>
              <a:path w="1769745" h="845820">
                <a:moveTo>
                  <a:pt x="76200" y="0"/>
                </a:moveTo>
                <a:lnTo>
                  <a:pt x="1693545" y="0"/>
                </a:lnTo>
                <a:cubicBezTo>
                  <a:pt x="1735629" y="0"/>
                  <a:pt x="1769745" y="34116"/>
                  <a:pt x="1769745" y="76200"/>
                </a:cubicBezTo>
                <a:lnTo>
                  <a:pt x="1769745" y="769620"/>
                </a:lnTo>
                <a:cubicBezTo>
                  <a:pt x="1769745" y="811704"/>
                  <a:pt x="1735629" y="845820"/>
                  <a:pt x="1693545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49812" y="564618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6" name="Text 34"/>
          <p:cNvSpPr/>
          <p:nvPr/>
        </p:nvSpPr>
        <p:spPr>
          <a:xfrm>
            <a:off x="667702" y="591288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2465" y="6103383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&amp; Profile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476857" y="5528073"/>
            <a:ext cx="1769745" cy="845820"/>
          </a:xfrm>
          <a:custGeom>
            <a:avLst/>
            <a:gdLst/>
            <a:ahLst/>
            <a:cxnLst/>
            <a:rect l="l" t="t" r="r" b="b"/>
            <a:pathLst>
              <a:path w="1769745" h="845820">
                <a:moveTo>
                  <a:pt x="76200" y="0"/>
                </a:moveTo>
                <a:lnTo>
                  <a:pt x="1693545" y="0"/>
                </a:lnTo>
                <a:cubicBezTo>
                  <a:pt x="1735629" y="0"/>
                  <a:pt x="1769745" y="34116"/>
                  <a:pt x="1769745" y="76200"/>
                </a:cubicBezTo>
                <a:lnTo>
                  <a:pt x="1769745" y="769620"/>
                </a:lnTo>
                <a:cubicBezTo>
                  <a:pt x="1769745" y="811704"/>
                  <a:pt x="1735629" y="845820"/>
                  <a:pt x="1693545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364" y="564618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63438"/>
                </a:lnTo>
                <a:cubicBezTo>
                  <a:pt x="142875" y="57113"/>
                  <a:pt x="140382" y="51048"/>
                  <a:pt x="135917" y="46583"/>
                </a:cubicBezTo>
                <a:lnTo>
                  <a:pt x="96255" y="6958"/>
                </a:lnTo>
                <a:cubicBezTo>
                  <a:pt x="91790" y="2493"/>
                  <a:pt x="85762" y="0"/>
                  <a:pt x="79437" y="0"/>
                </a:cubicBezTo>
                <a:lnTo>
                  <a:pt x="23812" y="0"/>
                </a:lnTo>
                <a:close/>
                <a:moveTo>
                  <a:pt x="121109" y="65484"/>
                </a:moveTo>
                <a:lnTo>
                  <a:pt x="86320" y="65484"/>
                </a:lnTo>
                <a:cubicBezTo>
                  <a:pt x="81372" y="65484"/>
                  <a:pt x="77391" y="61503"/>
                  <a:pt x="77391" y="56555"/>
                </a:cubicBezTo>
                <a:lnTo>
                  <a:pt x="77391" y="21766"/>
                </a:lnTo>
                <a:lnTo>
                  <a:pt x="121109" y="65484"/>
                </a:lnTo>
                <a:close/>
                <a:moveTo>
                  <a:pt x="23812" y="142875"/>
                </a:moveTo>
                <a:lnTo>
                  <a:pt x="23812" y="119063"/>
                </a:lnTo>
                <a:cubicBezTo>
                  <a:pt x="23812" y="112477"/>
                  <a:pt x="29133" y="107156"/>
                  <a:pt x="35719" y="107156"/>
                </a:cubicBezTo>
                <a:lnTo>
                  <a:pt x="107156" y="107156"/>
                </a:lnTo>
                <a:cubicBezTo>
                  <a:pt x="113742" y="107156"/>
                  <a:pt x="119063" y="112477"/>
                  <a:pt x="119063" y="119063"/>
                </a:cubicBezTo>
                <a:lnTo>
                  <a:pt x="119063" y="142875"/>
                </a:lnTo>
                <a:cubicBezTo>
                  <a:pt x="119063" y="149461"/>
                  <a:pt x="113742" y="154781"/>
                  <a:pt x="107156" y="154781"/>
                </a:cubicBezTo>
                <a:lnTo>
                  <a:pt x="35719" y="154781"/>
                </a:lnTo>
                <a:cubicBezTo>
                  <a:pt x="29133" y="154781"/>
                  <a:pt x="23812" y="149461"/>
                  <a:pt x="23812" y="142875"/>
                </a:cubicBezTo>
                <a:close/>
                <a:moveTo>
                  <a:pt x="32742" y="23812"/>
                </a:moveTo>
                <a:lnTo>
                  <a:pt x="50602" y="23812"/>
                </a:lnTo>
                <a:cubicBezTo>
                  <a:pt x="55550" y="23812"/>
                  <a:pt x="59531" y="27794"/>
                  <a:pt x="59531" y="32742"/>
                </a:cubicBezTo>
                <a:cubicBezTo>
                  <a:pt x="59531" y="37691"/>
                  <a:pt x="55550" y="41672"/>
                  <a:pt x="50602" y="41672"/>
                </a:cubicBezTo>
                <a:lnTo>
                  <a:pt x="32742" y="41672"/>
                </a:lnTo>
                <a:cubicBezTo>
                  <a:pt x="27794" y="41672"/>
                  <a:pt x="23812" y="37691"/>
                  <a:pt x="23812" y="32742"/>
                </a:cubicBezTo>
                <a:cubicBezTo>
                  <a:pt x="23812" y="27794"/>
                  <a:pt x="27794" y="23812"/>
                  <a:pt x="32742" y="23812"/>
                </a:cubicBezTo>
                <a:close/>
                <a:moveTo>
                  <a:pt x="32742" y="59531"/>
                </a:moveTo>
                <a:lnTo>
                  <a:pt x="50602" y="59531"/>
                </a:lnTo>
                <a:cubicBezTo>
                  <a:pt x="55550" y="59531"/>
                  <a:pt x="59531" y="63512"/>
                  <a:pt x="59531" y="68461"/>
                </a:cubicBezTo>
                <a:cubicBezTo>
                  <a:pt x="59531" y="73409"/>
                  <a:pt x="55550" y="77391"/>
                  <a:pt x="50602" y="77391"/>
                </a:cubicBezTo>
                <a:lnTo>
                  <a:pt x="32742" y="77391"/>
                </a:lnTo>
                <a:cubicBezTo>
                  <a:pt x="27794" y="77391"/>
                  <a:pt x="23812" y="73409"/>
                  <a:pt x="23812" y="68461"/>
                </a:cubicBezTo>
                <a:cubicBezTo>
                  <a:pt x="23812" y="63512"/>
                  <a:pt x="27794" y="59531"/>
                  <a:pt x="32742" y="5953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0" name="Text 38"/>
          <p:cNvSpPr/>
          <p:nvPr/>
        </p:nvSpPr>
        <p:spPr>
          <a:xfrm>
            <a:off x="2561630" y="591288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566392" y="6103383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 Data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70784" y="5528073"/>
            <a:ext cx="1769745" cy="845820"/>
          </a:xfrm>
          <a:custGeom>
            <a:avLst/>
            <a:gdLst/>
            <a:ahLst/>
            <a:cxnLst/>
            <a:rect l="l" t="t" r="r" b="b"/>
            <a:pathLst>
              <a:path w="1769745" h="845820">
                <a:moveTo>
                  <a:pt x="76200" y="0"/>
                </a:moveTo>
                <a:lnTo>
                  <a:pt x="1693545" y="0"/>
                </a:lnTo>
                <a:cubicBezTo>
                  <a:pt x="1735629" y="0"/>
                  <a:pt x="1769745" y="34116"/>
                  <a:pt x="1769745" y="76200"/>
                </a:cubicBezTo>
                <a:lnTo>
                  <a:pt x="1769745" y="769620"/>
                </a:lnTo>
                <a:cubicBezTo>
                  <a:pt x="1769745" y="811704"/>
                  <a:pt x="1735629" y="845820"/>
                  <a:pt x="1693545" y="845820"/>
                </a:cubicBezTo>
                <a:lnTo>
                  <a:pt x="76200" y="845820"/>
                </a:lnTo>
                <a:cubicBezTo>
                  <a:pt x="34116" y="845820"/>
                  <a:pt x="0" y="811704"/>
                  <a:pt x="0" y="7696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1479" y="56461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4" name="Text 42"/>
          <p:cNvSpPr/>
          <p:nvPr/>
        </p:nvSpPr>
        <p:spPr>
          <a:xfrm>
            <a:off x="4455557" y="591288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Logs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60319" y="6103383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 History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83134" y="1099185"/>
            <a:ext cx="5265420" cy="5132070"/>
          </a:xfrm>
          <a:custGeom>
            <a:avLst/>
            <a:gdLst/>
            <a:ahLst/>
            <a:cxnLst/>
            <a:rect l="l" t="t" r="r" b="b"/>
            <a:pathLst>
              <a:path w="5265420" h="5132070">
                <a:moveTo>
                  <a:pt x="152422" y="0"/>
                </a:moveTo>
                <a:lnTo>
                  <a:pt x="5112998" y="0"/>
                </a:lnTo>
                <a:cubicBezTo>
                  <a:pt x="5197178" y="0"/>
                  <a:pt x="5265420" y="68242"/>
                  <a:pt x="5265420" y="152422"/>
                </a:cubicBezTo>
                <a:lnTo>
                  <a:pt x="5265420" y="4979648"/>
                </a:lnTo>
                <a:cubicBezTo>
                  <a:pt x="5265420" y="5063828"/>
                  <a:pt x="5197178" y="5132070"/>
                  <a:pt x="5112998" y="5132070"/>
                </a:cubicBezTo>
                <a:lnTo>
                  <a:pt x="152422" y="5132070"/>
                </a:lnTo>
                <a:cubicBezTo>
                  <a:pt x="68242" y="5132070"/>
                  <a:pt x="0" y="5063828"/>
                  <a:pt x="0" y="4979648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33461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829901" y="144589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Text 47"/>
          <p:cNvSpPr/>
          <p:nvPr/>
        </p:nvSpPr>
        <p:spPr>
          <a:xfrm>
            <a:off x="7228761" y="139827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752511" y="1874520"/>
            <a:ext cx="4857750" cy="457200"/>
          </a:xfrm>
          <a:custGeom>
            <a:avLst/>
            <a:gdLst/>
            <a:ahLst/>
            <a:cxnLst/>
            <a:rect l="l" t="t" r="r" b="b"/>
            <a:pathLst>
              <a:path w="4857750" h="457200">
                <a:moveTo>
                  <a:pt x="38100" y="0"/>
                </a:moveTo>
                <a:lnTo>
                  <a:pt x="4781548" y="0"/>
                </a:lnTo>
                <a:cubicBezTo>
                  <a:pt x="4823633" y="0"/>
                  <a:pt x="4857750" y="34117"/>
                  <a:pt x="4857750" y="76202"/>
                </a:cubicBezTo>
                <a:lnTo>
                  <a:pt x="4857750" y="380998"/>
                </a:lnTo>
                <a:cubicBezTo>
                  <a:pt x="4857750" y="423083"/>
                  <a:pt x="4823633" y="457200"/>
                  <a:pt x="47815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752511" y="187452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2" name="Shape 50"/>
          <p:cNvSpPr/>
          <p:nvPr/>
        </p:nvSpPr>
        <p:spPr>
          <a:xfrm>
            <a:off x="6895386" y="202692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3" name="Text 51"/>
          <p:cNvSpPr/>
          <p:nvPr/>
        </p:nvSpPr>
        <p:spPr>
          <a:xfrm>
            <a:off x="7152561" y="1988820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Next.js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180320" y="200787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Full-Stack Framework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752511" y="2426970"/>
            <a:ext cx="4857750" cy="457200"/>
          </a:xfrm>
          <a:custGeom>
            <a:avLst/>
            <a:gdLst/>
            <a:ahLst/>
            <a:cxnLst/>
            <a:rect l="l" t="t" r="r" b="b"/>
            <a:pathLst>
              <a:path w="4857750" h="457200">
                <a:moveTo>
                  <a:pt x="38100" y="0"/>
                </a:moveTo>
                <a:lnTo>
                  <a:pt x="4781548" y="0"/>
                </a:lnTo>
                <a:cubicBezTo>
                  <a:pt x="4823633" y="0"/>
                  <a:pt x="4857750" y="34117"/>
                  <a:pt x="4857750" y="76202"/>
                </a:cubicBezTo>
                <a:lnTo>
                  <a:pt x="4857750" y="380998"/>
                </a:lnTo>
                <a:cubicBezTo>
                  <a:pt x="4857750" y="423083"/>
                  <a:pt x="4823633" y="457200"/>
                  <a:pt x="47815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52511" y="24269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7" name="Shape 55"/>
          <p:cNvSpPr/>
          <p:nvPr/>
        </p:nvSpPr>
        <p:spPr>
          <a:xfrm>
            <a:off x="6895386" y="25793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3024" y="3066"/>
                </a:moveTo>
                <a:lnTo>
                  <a:pt x="77123" y="47030"/>
                </a:lnTo>
                <a:cubicBezTo>
                  <a:pt x="68461" y="52804"/>
                  <a:pt x="62954" y="62180"/>
                  <a:pt x="62061" y="72420"/>
                </a:cubicBezTo>
                <a:cubicBezTo>
                  <a:pt x="80605" y="76230"/>
                  <a:pt x="95220" y="90845"/>
                  <a:pt x="99060" y="109418"/>
                </a:cubicBezTo>
                <a:cubicBezTo>
                  <a:pt x="109329" y="108525"/>
                  <a:pt x="118676" y="103019"/>
                  <a:pt x="124450" y="94357"/>
                </a:cubicBezTo>
                <a:lnTo>
                  <a:pt x="168384" y="28426"/>
                </a:lnTo>
                <a:cubicBezTo>
                  <a:pt x="170378" y="25420"/>
                  <a:pt x="171450" y="21908"/>
                  <a:pt x="171450" y="18276"/>
                </a:cubicBezTo>
                <a:cubicBezTo>
                  <a:pt x="171450" y="8186"/>
                  <a:pt x="163264" y="0"/>
                  <a:pt x="153174" y="0"/>
                </a:cubicBezTo>
                <a:cubicBezTo>
                  <a:pt x="149572" y="0"/>
                  <a:pt x="146030" y="1072"/>
                  <a:pt x="143024" y="3066"/>
                </a:cubicBezTo>
                <a:close/>
                <a:moveTo>
                  <a:pt x="85725" y="119062"/>
                </a:moveTo>
                <a:cubicBezTo>
                  <a:pt x="85725" y="100638"/>
                  <a:pt x="70812" y="85725"/>
                  <a:pt x="52388" y="85725"/>
                </a:cubicBezTo>
                <a:cubicBezTo>
                  <a:pt x="33963" y="85725"/>
                  <a:pt x="19050" y="100638"/>
                  <a:pt x="19050" y="119062"/>
                </a:cubicBezTo>
                <a:cubicBezTo>
                  <a:pt x="19050" y="120223"/>
                  <a:pt x="19110" y="121384"/>
                  <a:pt x="19229" y="122515"/>
                </a:cubicBezTo>
                <a:cubicBezTo>
                  <a:pt x="19764" y="127724"/>
                  <a:pt x="16192" y="133350"/>
                  <a:pt x="10954" y="1333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52388" y="152400"/>
                </a:lnTo>
                <a:cubicBezTo>
                  <a:pt x="70812" y="152400"/>
                  <a:pt x="85725" y="137487"/>
                  <a:pt x="85725" y="11906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8" name="Text 56"/>
          <p:cNvSpPr/>
          <p:nvPr/>
        </p:nvSpPr>
        <p:spPr>
          <a:xfrm>
            <a:off x="7152561" y="254127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87100" y="2560320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Styling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752511" y="2979420"/>
            <a:ext cx="4857750" cy="457200"/>
          </a:xfrm>
          <a:custGeom>
            <a:avLst/>
            <a:gdLst/>
            <a:ahLst/>
            <a:cxnLst/>
            <a:rect l="l" t="t" r="r" b="b"/>
            <a:pathLst>
              <a:path w="4857750" h="457200">
                <a:moveTo>
                  <a:pt x="38100" y="0"/>
                </a:moveTo>
                <a:lnTo>
                  <a:pt x="4781548" y="0"/>
                </a:lnTo>
                <a:cubicBezTo>
                  <a:pt x="4823633" y="0"/>
                  <a:pt x="4857750" y="34117"/>
                  <a:pt x="4857750" y="76202"/>
                </a:cubicBezTo>
                <a:lnTo>
                  <a:pt x="4857750" y="380998"/>
                </a:lnTo>
                <a:cubicBezTo>
                  <a:pt x="4857750" y="423083"/>
                  <a:pt x="4823633" y="457200"/>
                  <a:pt x="47815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752511" y="297942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Shape 60"/>
          <p:cNvSpPr/>
          <p:nvPr/>
        </p:nvSpPr>
        <p:spPr>
          <a:xfrm>
            <a:off x="6904911" y="3131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3" name="Text 61"/>
          <p:cNvSpPr/>
          <p:nvPr/>
        </p:nvSpPr>
        <p:spPr>
          <a:xfrm>
            <a:off x="7152561" y="309372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Shadcn/UI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553700" y="311277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Components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752511" y="3531870"/>
            <a:ext cx="4857750" cy="457200"/>
          </a:xfrm>
          <a:custGeom>
            <a:avLst/>
            <a:gdLst/>
            <a:ahLst/>
            <a:cxnLst/>
            <a:rect l="l" t="t" r="r" b="b"/>
            <a:pathLst>
              <a:path w="4857750" h="457200">
                <a:moveTo>
                  <a:pt x="38100" y="0"/>
                </a:moveTo>
                <a:lnTo>
                  <a:pt x="4781548" y="0"/>
                </a:lnTo>
                <a:cubicBezTo>
                  <a:pt x="4823633" y="0"/>
                  <a:pt x="4857750" y="34117"/>
                  <a:pt x="4857750" y="76202"/>
                </a:cubicBezTo>
                <a:lnTo>
                  <a:pt x="4857750" y="380998"/>
                </a:lnTo>
                <a:cubicBezTo>
                  <a:pt x="4857750" y="423083"/>
                  <a:pt x="4823633" y="457200"/>
                  <a:pt x="47815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752511" y="35318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7" name="Shape 65"/>
          <p:cNvSpPr/>
          <p:nvPr/>
        </p:nvSpPr>
        <p:spPr>
          <a:xfrm>
            <a:off x="6914436" y="368427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8" name="Text 66"/>
          <p:cNvSpPr/>
          <p:nvPr/>
        </p:nvSpPr>
        <p:spPr>
          <a:xfrm>
            <a:off x="7152561" y="364617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Prisma + Neon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927081" y="366522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752511" y="4084320"/>
            <a:ext cx="4857750" cy="457200"/>
          </a:xfrm>
          <a:custGeom>
            <a:avLst/>
            <a:gdLst/>
            <a:ahLst/>
            <a:cxnLst/>
            <a:rect l="l" t="t" r="r" b="b"/>
            <a:pathLst>
              <a:path w="4857750" h="457200">
                <a:moveTo>
                  <a:pt x="38100" y="0"/>
                </a:moveTo>
                <a:lnTo>
                  <a:pt x="4781548" y="0"/>
                </a:lnTo>
                <a:cubicBezTo>
                  <a:pt x="4823633" y="0"/>
                  <a:pt x="4857750" y="34117"/>
                  <a:pt x="4857750" y="76202"/>
                </a:cubicBezTo>
                <a:lnTo>
                  <a:pt x="4857750" y="380998"/>
                </a:lnTo>
                <a:cubicBezTo>
                  <a:pt x="4857750" y="423083"/>
                  <a:pt x="4823633" y="457200"/>
                  <a:pt x="47815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6752511" y="408432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2" name="Shape 70"/>
          <p:cNvSpPr/>
          <p:nvPr/>
        </p:nvSpPr>
        <p:spPr>
          <a:xfrm>
            <a:off x="6904911" y="42367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3" name="Text 71"/>
          <p:cNvSpPr/>
          <p:nvPr/>
        </p:nvSpPr>
        <p:spPr>
          <a:xfrm>
            <a:off x="7152561" y="419862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Auth.js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607040" y="421767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152561" y="475107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904220" y="477012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752511" y="4714090"/>
            <a:ext cx="4857750" cy="457200"/>
          </a:xfrm>
          <a:custGeom>
            <a:avLst/>
            <a:gdLst/>
            <a:ahLst/>
            <a:cxnLst/>
            <a:rect l="l" t="t" r="r" b="b"/>
            <a:pathLst>
              <a:path w="4857750" h="457200">
                <a:moveTo>
                  <a:pt x="38100" y="0"/>
                </a:moveTo>
                <a:lnTo>
                  <a:pt x="4781548" y="0"/>
                </a:lnTo>
                <a:cubicBezTo>
                  <a:pt x="4823633" y="0"/>
                  <a:pt x="4857750" y="34117"/>
                  <a:pt x="4857750" y="76202"/>
                </a:cubicBezTo>
                <a:lnTo>
                  <a:pt x="4857750" y="380998"/>
                </a:lnTo>
                <a:cubicBezTo>
                  <a:pt x="4857750" y="423083"/>
                  <a:pt x="4823633" y="457200"/>
                  <a:pt x="47815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1" name="Shape 79"/>
          <p:cNvSpPr/>
          <p:nvPr/>
        </p:nvSpPr>
        <p:spPr>
          <a:xfrm>
            <a:off x="6752511" y="471409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2" name="Shape 80"/>
          <p:cNvSpPr/>
          <p:nvPr/>
        </p:nvSpPr>
        <p:spPr>
          <a:xfrm>
            <a:off x="6904911" y="48664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3" name="Text 81"/>
          <p:cNvSpPr/>
          <p:nvPr/>
        </p:nvSpPr>
        <p:spPr>
          <a:xfrm>
            <a:off x="7152561" y="4828390"/>
            <a:ext cx="20529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</a:rPr>
              <a:t>Google Gmail API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0683240" y="484744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Testing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752511" y="5311361"/>
            <a:ext cx="4857750" cy="457200"/>
          </a:xfrm>
          <a:custGeom>
            <a:avLst/>
            <a:gdLst/>
            <a:ahLst/>
            <a:cxnLst/>
            <a:rect l="l" t="t" r="r" b="b"/>
            <a:pathLst>
              <a:path w="4857750" h="457200">
                <a:moveTo>
                  <a:pt x="38100" y="0"/>
                </a:moveTo>
                <a:lnTo>
                  <a:pt x="4781548" y="0"/>
                </a:lnTo>
                <a:cubicBezTo>
                  <a:pt x="4823633" y="0"/>
                  <a:pt x="4857750" y="34117"/>
                  <a:pt x="4857750" y="76202"/>
                </a:cubicBezTo>
                <a:lnTo>
                  <a:pt x="4857750" y="380998"/>
                </a:lnTo>
                <a:cubicBezTo>
                  <a:pt x="4857750" y="423083"/>
                  <a:pt x="4823633" y="457200"/>
                  <a:pt x="47815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6895386" y="541894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8" name="Text 86"/>
          <p:cNvSpPr/>
          <p:nvPr/>
        </p:nvSpPr>
        <p:spPr>
          <a:xfrm>
            <a:off x="7152561" y="538084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Vercel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0759440" y="539989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5701AF24-AAE8-E200-5AD8-254D75FC9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27" y="1165499"/>
            <a:ext cx="6321464" cy="29446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441960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114300" y="0"/>
                </a:moveTo>
                <a:lnTo>
                  <a:pt x="331470" y="0"/>
                </a:lnTo>
                <a:cubicBezTo>
                  <a:pt x="394554" y="0"/>
                  <a:pt x="445770" y="51216"/>
                  <a:pt x="445770" y="114300"/>
                </a:cubicBezTo>
                <a:lnTo>
                  <a:pt x="445770" y="331470"/>
                </a:lnTo>
                <a:cubicBezTo>
                  <a:pt x="445770" y="394554"/>
                  <a:pt x="394554" y="445770"/>
                  <a:pt x="331470" y="445770"/>
                </a:cubicBezTo>
                <a:lnTo>
                  <a:pt x="114300" y="445770"/>
                </a:lnTo>
                <a:cubicBezTo>
                  <a:pt x="51216" y="445770"/>
                  <a:pt x="0" y="394554"/>
                  <a:pt x="0" y="3314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1490" y="5334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WATERFALL MODEL - PHASE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2552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46810"/>
            <a:ext cx="5627370" cy="2407920"/>
          </a:xfrm>
          <a:custGeom>
            <a:avLst/>
            <a:gdLst/>
            <a:ahLst/>
            <a:cxnLst/>
            <a:rect l="l" t="t" r="r" b="b"/>
            <a:pathLst>
              <a:path w="5627370" h="2407920">
                <a:moveTo>
                  <a:pt x="152397" y="0"/>
                </a:moveTo>
                <a:lnTo>
                  <a:pt x="5474973" y="0"/>
                </a:lnTo>
                <a:cubicBezTo>
                  <a:pt x="5559139" y="0"/>
                  <a:pt x="5627370" y="68231"/>
                  <a:pt x="5627370" y="152397"/>
                </a:cubicBezTo>
                <a:lnTo>
                  <a:pt x="5627370" y="2255523"/>
                </a:lnTo>
                <a:cubicBezTo>
                  <a:pt x="5627370" y="2339689"/>
                  <a:pt x="5559139" y="2407920"/>
                  <a:pt x="5474973" y="2407920"/>
                </a:cubicBezTo>
                <a:lnTo>
                  <a:pt x="152397" y="2407920"/>
                </a:lnTo>
                <a:cubicBezTo>
                  <a:pt x="68231" y="2407920"/>
                  <a:pt x="0" y="2339689"/>
                  <a:pt x="0" y="2255523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7708" y="144589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2863" y="32147"/>
                </a:moveTo>
                <a:lnTo>
                  <a:pt x="42863" y="53578"/>
                </a:lnTo>
                <a:lnTo>
                  <a:pt x="85725" y="53578"/>
                </a:lnTo>
                <a:lnTo>
                  <a:pt x="85725" y="32147"/>
                </a:lnTo>
                <a:cubicBezTo>
                  <a:pt x="85725" y="20326"/>
                  <a:pt x="76114" y="10716"/>
                  <a:pt x="64294" y="10716"/>
                </a:cubicBezTo>
                <a:cubicBezTo>
                  <a:pt x="52473" y="10716"/>
                  <a:pt x="42863" y="20326"/>
                  <a:pt x="42863" y="32147"/>
                </a:cubicBezTo>
                <a:close/>
                <a:moveTo>
                  <a:pt x="21431" y="53578"/>
                </a:moveTo>
                <a:lnTo>
                  <a:pt x="21431" y="32147"/>
                </a:lnTo>
                <a:cubicBezTo>
                  <a:pt x="21431" y="8472"/>
                  <a:pt x="40619" y="-10716"/>
                  <a:pt x="64294" y="-10716"/>
                </a:cubicBezTo>
                <a:cubicBezTo>
                  <a:pt x="87969" y="-10716"/>
                  <a:pt x="107156" y="8472"/>
                  <a:pt x="107156" y="32147"/>
                </a:cubicBezTo>
                <a:lnTo>
                  <a:pt x="107156" y="53578"/>
                </a:lnTo>
                <a:cubicBezTo>
                  <a:pt x="118977" y="53578"/>
                  <a:pt x="128588" y="63189"/>
                  <a:pt x="128588" y="75009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75009"/>
                </a:lnTo>
                <a:cubicBezTo>
                  <a:pt x="0" y="63189"/>
                  <a:pt x="9611" y="53578"/>
                  <a:pt x="21431" y="5357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1074420" y="1398270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 &amp; Authentication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18935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75561" y="19792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998220" y="187452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Auth.js Integration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8220" y="2103120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credential-based authentication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9120" y="24269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5561" y="25126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6" name="Text 14"/>
          <p:cNvSpPr/>
          <p:nvPr/>
        </p:nvSpPr>
        <p:spPr>
          <a:xfrm>
            <a:off x="998220" y="240792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8220" y="263652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tokens with secure storage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29603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75561" y="30460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0" name="Text 18"/>
          <p:cNvSpPr/>
          <p:nvPr/>
        </p:nvSpPr>
        <p:spPr>
          <a:xfrm>
            <a:off x="998220" y="294132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8220" y="316992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and user permissions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810" y="3714751"/>
            <a:ext cx="5627370" cy="2779395"/>
          </a:xfrm>
          <a:custGeom>
            <a:avLst/>
            <a:gdLst/>
            <a:ahLst/>
            <a:cxnLst/>
            <a:rect l="l" t="t" r="r" b="b"/>
            <a:pathLst>
              <a:path w="5627370" h="2779395">
                <a:moveTo>
                  <a:pt x="152394" y="0"/>
                </a:moveTo>
                <a:lnTo>
                  <a:pt x="5474976" y="0"/>
                </a:lnTo>
                <a:cubicBezTo>
                  <a:pt x="5559141" y="0"/>
                  <a:pt x="5627370" y="68229"/>
                  <a:pt x="5627370" y="152394"/>
                </a:cubicBezTo>
                <a:lnTo>
                  <a:pt x="5627370" y="2627001"/>
                </a:lnTo>
                <a:cubicBezTo>
                  <a:pt x="5627370" y="2711166"/>
                  <a:pt x="5559141" y="2779395"/>
                  <a:pt x="5474976" y="2779395"/>
                </a:cubicBezTo>
                <a:lnTo>
                  <a:pt x="152394" y="2779395"/>
                </a:lnTo>
                <a:cubicBezTo>
                  <a:pt x="68229" y="2779395"/>
                  <a:pt x="0" y="2711166"/>
                  <a:pt x="0" y="2627001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" y="39090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7708" y="4013836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57094"/>
                </a:lnTo>
                <a:cubicBezTo>
                  <a:pt x="128588" y="51402"/>
                  <a:pt x="126344" y="45943"/>
                  <a:pt x="122326" y="41925"/>
                </a:cubicBezTo>
                <a:lnTo>
                  <a:pt x="86629" y="6262"/>
                </a:lnTo>
                <a:cubicBezTo>
                  <a:pt x="82611" y="2244"/>
                  <a:pt x="77186" y="0"/>
                  <a:pt x="71493" y="0"/>
                </a:cubicBezTo>
                <a:lnTo>
                  <a:pt x="21431" y="0"/>
                </a:lnTo>
                <a:close/>
                <a:moveTo>
                  <a:pt x="108998" y="58936"/>
                </a:moveTo>
                <a:lnTo>
                  <a:pt x="77688" y="58936"/>
                </a:lnTo>
                <a:cubicBezTo>
                  <a:pt x="73235" y="58936"/>
                  <a:pt x="69652" y="55353"/>
                  <a:pt x="69652" y="50899"/>
                </a:cubicBezTo>
                <a:lnTo>
                  <a:pt x="69652" y="19590"/>
                </a:lnTo>
                <a:lnTo>
                  <a:pt x="108998" y="58936"/>
                </a:lnTo>
                <a:close/>
                <a:moveTo>
                  <a:pt x="21431" y="128588"/>
                </a:moveTo>
                <a:lnTo>
                  <a:pt x="21431" y="107156"/>
                </a:lnTo>
                <a:cubicBezTo>
                  <a:pt x="21431" y="101229"/>
                  <a:pt x="26220" y="96441"/>
                  <a:pt x="32147" y="96441"/>
                </a:cubicBezTo>
                <a:lnTo>
                  <a:pt x="96441" y="96441"/>
                </a:lnTo>
                <a:cubicBezTo>
                  <a:pt x="102368" y="96441"/>
                  <a:pt x="107156" y="101229"/>
                  <a:pt x="107156" y="107156"/>
                </a:cubicBezTo>
                <a:lnTo>
                  <a:pt x="107156" y="128588"/>
                </a:lnTo>
                <a:cubicBezTo>
                  <a:pt x="107156" y="134515"/>
                  <a:pt x="102368" y="139303"/>
                  <a:pt x="96441" y="139303"/>
                </a:cubicBezTo>
                <a:lnTo>
                  <a:pt x="32147" y="139303"/>
                </a:lnTo>
                <a:cubicBezTo>
                  <a:pt x="26220" y="139303"/>
                  <a:pt x="21431" y="134515"/>
                  <a:pt x="21431" y="128588"/>
                </a:cubicBezTo>
                <a:close/>
                <a:moveTo>
                  <a:pt x="29468" y="21431"/>
                </a:moveTo>
                <a:lnTo>
                  <a:pt x="45541" y="21431"/>
                </a:lnTo>
                <a:cubicBezTo>
                  <a:pt x="49995" y="21431"/>
                  <a:pt x="53578" y="25014"/>
                  <a:pt x="53578" y="29468"/>
                </a:cubicBezTo>
                <a:cubicBezTo>
                  <a:pt x="53578" y="33922"/>
                  <a:pt x="49995" y="37505"/>
                  <a:pt x="45541" y="37505"/>
                </a:cubicBezTo>
                <a:lnTo>
                  <a:pt x="29468" y="37505"/>
                </a:lnTo>
                <a:cubicBezTo>
                  <a:pt x="25014" y="37505"/>
                  <a:pt x="21431" y="33922"/>
                  <a:pt x="21431" y="29468"/>
                </a:cubicBezTo>
                <a:cubicBezTo>
                  <a:pt x="21431" y="25014"/>
                  <a:pt x="25014" y="21431"/>
                  <a:pt x="29468" y="21431"/>
                </a:cubicBezTo>
                <a:close/>
                <a:moveTo>
                  <a:pt x="29468" y="53578"/>
                </a:moveTo>
                <a:lnTo>
                  <a:pt x="45541" y="53578"/>
                </a:lnTo>
                <a:cubicBezTo>
                  <a:pt x="49995" y="53578"/>
                  <a:pt x="53578" y="57161"/>
                  <a:pt x="53578" y="61615"/>
                </a:cubicBezTo>
                <a:cubicBezTo>
                  <a:pt x="53578" y="66069"/>
                  <a:pt x="49995" y="69652"/>
                  <a:pt x="45541" y="69652"/>
                </a:cubicBezTo>
                <a:lnTo>
                  <a:pt x="29468" y="69652"/>
                </a:lnTo>
                <a:cubicBezTo>
                  <a:pt x="25014" y="69652"/>
                  <a:pt x="21431" y="66069"/>
                  <a:pt x="21431" y="61615"/>
                </a:cubicBezTo>
                <a:cubicBezTo>
                  <a:pt x="21431" y="57161"/>
                  <a:pt x="25014" y="53578"/>
                  <a:pt x="29468" y="5357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5" name="Text 23"/>
          <p:cNvSpPr/>
          <p:nvPr/>
        </p:nvSpPr>
        <p:spPr>
          <a:xfrm>
            <a:off x="1074420" y="3966211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 CRUD Operations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2930" y="4446271"/>
            <a:ext cx="2579370" cy="883920"/>
          </a:xfrm>
          <a:custGeom>
            <a:avLst/>
            <a:gdLst/>
            <a:ahLst/>
            <a:cxnLst/>
            <a:rect l="l" t="t" r="r" b="b"/>
            <a:pathLst>
              <a:path w="2579370" h="883920">
                <a:moveTo>
                  <a:pt x="76203" y="0"/>
                </a:moveTo>
                <a:lnTo>
                  <a:pt x="2503167" y="0"/>
                </a:lnTo>
                <a:cubicBezTo>
                  <a:pt x="2545253" y="0"/>
                  <a:pt x="2579370" y="34117"/>
                  <a:pt x="2579370" y="76203"/>
                </a:cubicBezTo>
                <a:lnTo>
                  <a:pt x="2579370" y="807717"/>
                </a:lnTo>
                <a:cubicBezTo>
                  <a:pt x="2579370" y="849803"/>
                  <a:pt x="2545253" y="883920"/>
                  <a:pt x="25031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56410" y="45643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3584" y="153591"/>
                </a:moveTo>
                <a:lnTo>
                  <a:pt x="103584" y="125016"/>
                </a:ln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lnTo>
                  <a:pt x="103584" y="103584"/>
                </a:lnTo>
                <a:lnTo>
                  <a:pt x="103584" y="75009"/>
                </a:lnTo>
                <a:cubicBezTo>
                  <a:pt x="103584" y="69071"/>
                  <a:pt x="108362" y="64294"/>
                  <a:pt x="114300" y="64294"/>
                </a:cubicBezTo>
                <a:cubicBezTo>
                  <a:pt x="120238" y="64294"/>
                  <a:pt x="125016" y="69071"/>
                  <a:pt x="125016" y="75009"/>
                </a:cubicBezTo>
                <a:lnTo>
                  <a:pt x="125016" y="103584"/>
                </a:ln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125016" y="125016"/>
                </a:lnTo>
                <a:lnTo>
                  <a:pt x="125016" y="153591"/>
                </a:lnTo>
                <a:cubicBezTo>
                  <a:pt x="125016" y="159529"/>
                  <a:pt x="120238" y="164306"/>
                  <a:pt x="114300" y="164306"/>
                </a:cubicBezTo>
                <a:cubicBezTo>
                  <a:pt x="108362" y="164306"/>
                  <a:pt x="103584" y="159529"/>
                  <a:pt x="103584" y="15359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Text 26"/>
          <p:cNvSpPr/>
          <p:nvPr/>
        </p:nvSpPr>
        <p:spPr>
          <a:xfrm>
            <a:off x="667702" y="486918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465" y="5059680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new invoices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42310" y="4446271"/>
            <a:ext cx="2579370" cy="883920"/>
          </a:xfrm>
          <a:custGeom>
            <a:avLst/>
            <a:gdLst/>
            <a:ahLst/>
            <a:cxnLst/>
            <a:rect l="l" t="t" r="r" b="b"/>
            <a:pathLst>
              <a:path w="2579370" h="883920">
                <a:moveTo>
                  <a:pt x="76203" y="0"/>
                </a:moveTo>
                <a:lnTo>
                  <a:pt x="2503167" y="0"/>
                </a:lnTo>
                <a:cubicBezTo>
                  <a:pt x="2545253" y="0"/>
                  <a:pt x="2579370" y="34117"/>
                  <a:pt x="2579370" y="76203"/>
                </a:cubicBezTo>
                <a:lnTo>
                  <a:pt x="2579370" y="807717"/>
                </a:lnTo>
                <a:cubicBezTo>
                  <a:pt x="2579370" y="849803"/>
                  <a:pt x="2545253" y="883920"/>
                  <a:pt x="25031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01503" y="456438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2" name="Text 30"/>
          <p:cNvSpPr/>
          <p:nvPr/>
        </p:nvSpPr>
        <p:spPr>
          <a:xfrm>
            <a:off x="3327083" y="486918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31845" y="5059680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invoice details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2930" y="5413891"/>
            <a:ext cx="2579370" cy="883920"/>
          </a:xfrm>
          <a:custGeom>
            <a:avLst/>
            <a:gdLst/>
            <a:ahLst/>
            <a:cxnLst/>
            <a:rect l="l" t="t" r="r" b="b"/>
            <a:pathLst>
              <a:path w="2579370" h="883920">
                <a:moveTo>
                  <a:pt x="76203" y="0"/>
                </a:moveTo>
                <a:lnTo>
                  <a:pt x="2503167" y="0"/>
                </a:lnTo>
                <a:cubicBezTo>
                  <a:pt x="2545253" y="0"/>
                  <a:pt x="2579370" y="34117"/>
                  <a:pt x="2579370" y="76203"/>
                </a:cubicBezTo>
                <a:lnTo>
                  <a:pt x="2579370" y="807717"/>
                </a:lnTo>
                <a:cubicBezTo>
                  <a:pt x="2579370" y="849803"/>
                  <a:pt x="2545253" y="883920"/>
                  <a:pt x="25031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56410" y="55320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562" y="9689"/>
                </a:moveTo>
                <a:cubicBezTo>
                  <a:pt x="200784" y="-89"/>
                  <a:pt x="184978" y="-89"/>
                  <a:pt x="175200" y="9689"/>
                </a:cubicBezTo>
                <a:lnTo>
                  <a:pt x="164306" y="20583"/>
                </a:lnTo>
                <a:lnTo>
                  <a:pt x="208017" y="64294"/>
                </a:lnTo>
                <a:lnTo>
                  <a:pt x="218911" y="53400"/>
                </a:lnTo>
                <a:cubicBezTo>
                  <a:pt x="228689" y="43622"/>
                  <a:pt x="228689" y="27816"/>
                  <a:pt x="218911" y="18038"/>
                </a:cubicBezTo>
                <a:lnTo>
                  <a:pt x="210562" y="9689"/>
                </a:lnTo>
                <a:close/>
                <a:moveTo>
                  <a:pt x="76974" y="107915"/>
                </a:moveTo>
                <a:cubicBezTo>
                  <a:pt x="74250" y="110639"/>
                  <a:pt x="72152" y="113987"/>
                  <a:pt x="70946" y="117693"/>
                </a:cubicBezTo>
                <a:lnTo>
                  <a:pt x="57730" y="157341"/>
                </a:lnTo>
                <a:cubicBezTo>
                  <a:pt x="56436" y="161181"/>
                  <a:pt x="57463" y="165422"/>
                  <a:pt x="60320" y="168325"/>
                </a:cubicBezTo>
                <a:cubicBezTo>
                  <a:pt x="63178" y="171227"/>
                  <a:pt x="67419" y="172209"/>
                  <a:pt x="71304" y="170914"/>
                </a:cubicBezTo>
                <a:lnTo>
                  <a:pt x="110951" y="157698"/>
                </a:lnTo>
                <a:cubicBezTo>
                  <a:pt x="114613" y="156493"/>
                  <a:pt x="117961" y="154394"/>
                  <a:pt x="120729" y="151671"/>
                </a:cubicBezTo>
                <a:lnTo>
                  <a:pt x="192881" y="79430"/>
                </a:lnTo>
                <a:lnTo>
                  <a:pt x="149170" y="35719"/>
                </a:lnTo>
                <a:lnTo>
                  <a:pt x="76974" y="107915"/>
                </a:lnTo>
                <a:close/>
                <a:moveTo>
                  <a:pt x="42863" y="28575"/>
                </a:moveTo>
                <a:cubicBezTo>
                  <a:pt x="19199" y="28575"/>
                  <a:pt x="0" y="47774"/>
                  <a:pt x="0" y="71438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157163" y="228600"/>
                </a:lnTo>
                <a:cubicBezTo>
                  <a:pt x="180826" y="228600"/>
                  <a:pt x="200025" y="209401"/>
                  <a:pt x="200025" y="185738"/>
                </a:cubicBezTo>
                <a:lnTo>
                  <a:pt x="200025" y="142875"/>
                </a:lnTo>
                <a:cubicBezTo>
                  <a:pt x="200025" y="134972"/>
                  <a:pt x="193640" y="128588"/>
                  <a:pt x="185738" y="128588"/>
                </a:cubicBezTo>
                <a:cubicBezTo>
                  <a:pt x="177835" y="128588"/>
                  <a:pt x="171450" y="134972"/>
                  <a:pt x="171450" y="142875"/>
                </a:cubicBezTo>
                <a:lnTo>
                  <a:pt x="171450" y="185738"/>
                </a:lnTo>
                <a:cubicBezTo>
                  <a:pt x="171450" y="193640"/>
                  <a:pt x="165065" y="200025"/>
                  <a:pt x="157163" y="200025"/>
                </a:cubicBezTo>
                <a:lnTo>
                  <a:pt x="42863" y="200025"/>
                </a:lnTo>
                <a:cubicBezTo>
                  <a:pt x="34960" y="200025"/>
                  <a:pt x="28575" y="193640"/>
                  <a:pt x="28575" y="185738"/>
                </a:cubicBezTo>
                <a:lnTo>
                  <a:pt x="28575" y="71438"/>
                </a:lnTo>
                <a:cubicBezTo>
                  <a:pt x="28575" y="63535"/>
                  <a:pt x="34960" y="57150"/>
                  <a:pt x="42863" y="57150"/>
                </a:cubicBezTo>
                <a:lnTo>
                  <a:pt x="85725" y="57150"/>
                </a:lnTo>
                <a:cubicBezTo>
                  <a:pt x="93628" y="57150"/>
                  <a:pt x="100013" y="50765"/>
                  <a:pt x="100013" y="42863"/>
                </a:cubicBezTo>
                <a:cubicBezTo>
                  <a:pt x="100013" y="34960"/>
                  <a:pt x="93628" y="28575"/>
                  <a:pt x="85725" y="28575"/>
                </a:cubicBezTo>
                <a:lnTo>
                  <a:pt x="42863" y="28575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6" name="Text 34"/>
          <p:cNvSpPr/>
          <p:nvPr/>
        </p:nvSpPr>
        <p:spPr>
          <a:xfrm>
            <a:off x="667702" y="5836802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2465" y="6027302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Modify invoices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42310" y="5413891"/>
            <a:ext cx="2579370" cy="883920"/>
          </a:xfrm>
          <a:custGeom>
            <a:avLst/>
            <a:gdLst/>
            <a:ahLst/>
            <a:cxnLst/>
            <a:rect l="l" t="t" r="r" b="b"/>
            <a:pathLst>
              <a:path w="2579370" h="883920">
                <a:moveTo>
                  <a:pt x="76203" y="0"/>
                </a:moveTo>
                <a:lnTo>
                  <a:pt x="2503167" y="0"/>
                </a:lnTo>
                <a:cubicBezTo>
                  <a:pt x="2545253" y="0"/>
                  <a:pt x="2579370" y="34117"/>
                  <a:pt x="2579370" y="76203"/>
                </a:cubicBezTo>
                <a:lnTo>
                  <a:pt x="2579370" y="807717"/>
                </a:lnTo>
                <a:cubicBezTo>
                  <a:pt x="2579370" y="849803"/>
                  <a:pt x="2545253" y="883920"/>
                  <a:pt x="25031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0078" y="553200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61034" y="2634"/>
                </a:moveTo>
                <a:cubicBezTo>
                  <a:pt x="62999" y="-3215"/>
                  <a:pt x="68446" y="-7144"/>
                  <a:pt x="74608" y="-7144"/>
                </a:cubicBezTo>
                <a:lnTo>
                  <a:pt x="125462" y="-7144"/>
                </a:lnTo>
                <a:cubicBezTo>
                  <a:pt x="131624" y="-7144"/>
                  <a:pt x="137071" y="-3215"/>
                  <a:pt x="139035" y="2634"/>
                </a:cubicBezTo>
                <a:lnTo>
                  <a:pt x="142875" y="14288"/>
                </a:lnTo>
                <a:lnTo>
                  <a:pt x="185738" y="14288"/>
                </a:lnTo>
                <a:cubicBezTo>
                  <a:pt x="193640" y="14288"/>
                  <a:pt x="200025" y="20672"/>
                  <a:pt x="200025" y="28575"/>
                </a:cubicBezTo>
                <a:cubicBezTo>
                  <a:pt x="200025" y="36478"/>
                  <a:pt x="193640" y="42863"/>
                  <a:pt x="185738" y="42863"/>
                </a:cubicBez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ubicBezTo>
                  <a:pt x="0" y="20672"/>
                  <a:pt x="6385" y="14288"/>
                  <a:pt x="14288" y="14288"/>
                </a:cubicBezTo>
                <a:lnTo>
                  <a:pt x="57150" y="14288"/>
                </a:lnTo>
                <a:lnTo>
                  <a:pt x="61034" y="2634"/>
                </a:lnTo>
                <a:close/>
                <a:moveTo>
                  <a:pt x="14288" y="64294"/>
                </a:moveTo>
                <a:lnTo>
                  <a:pt x="185738" y="64294"/>
                </a:lnTo>
                <a:lnTo>
                  <a:pt x="185738" y="200025"/>
                </a:lnTo>
                <a:cubicBezTo>
                  <a:pt x="185738" y="215786"/>
                  <a:pt x="172923" y="228600"/>
                  <a:pt x="157163" y="228600"/>
                </a:cubicBezTo>
                <a:lnTo>
                  <a:pt x="42863" y="228600"/>
                </a:lnTo>
                <a:cubicBezTo>
                  <a:pt x="27102" y="228600"/>
                  <a:pt x="14288" y="215786"/>
                  <a:pt x="14288" y="200025"/>
                </a:cubicBezTo>
                <a:lnTo>
                  <a:pt x="14288" y="64294"/>
                </a:lnTo>
                <a:close/>
                <a:moveTo>
                  <a:pt x="53578" y="92869"/>
                </a:moveTo>
                <a:cubicBezTo>
                  <a:pt x="47640" y="92869"/>
                  <a:pt x="42863" y="97646"/>
                  <a:pt x="42863" y="103584"/>
                </a:cubicBezTo>
                <a:lnTo>
                  <a:pt x="42863" y="189309"/>
                </a:lnTo>
                <a:cubicBezTo>
                  <a:pt x="42863" y="195248"/>
                  <a:pt x="47640" y="200025"/>
                  <a:pt x="53578" y="200025"/>
                </a:cubicBezTo>
                <a:cubicBezTo>
                  <a:pt x="59516" y="200025"/>
                  <a:pt x="64294" y="195248"/>
                  <a:pt x="64294" y="189309"/>
                </a:cubicBezTo>
                <a:lnTo>
                  <a:pt x="64294" y="103584"/>
                </a:lnTo>
                <a:cubicBezTo>
                  <a:pt x="64294" y="97646"/>
                  <a:pt x="59516" y="92869"/>
                  <a:pt x="53578" y="92869"/>
                </a:cubicBezTo>
                <a:close/>
                <a:moveTo>
                  <a:pt x="100013" y="92869"/>
                </a:moveTo>
                <a:cubicBezTo>
                  <a:pt x="94074" y="92869"/>
                  <a:pt x="89297" y="97646"/>
                  <a:pt x="89297" y="103584"/>
                </a:cubicBezTo>
                <a:lnTo>
                  <a:pt x="89297" y="189309"/>
                </a:lnTo>
                <a:cubicBezTo>
                  <a:pt x="89297" y="195248"/>
                  <a:pt x="94074" y="200025"/>
                  <a:pt x="100013" y="200025"/>
                </a:cubicBezTo>
                <a:cubicBezTo>
                  <a:pt x="105951" y="200025"/>
                  <a:pt x="110728" y="195248"/>
                  <a:pt x="110728" y="189309"/>
                </a:cubicBezTo>
                <a:lnTo>
                  <a:pt x="110728" y="103584"/>
                </a:lnTo>
                <a:cubicBezTo>
                  <a:pt x="110728" y="97646"/>
                  <a:pt x="105951" y="92869"/>
                  <a:pt x="100013" y="92869"/>
                </a:cubicBezTo>
                <a:close/>
                <a:moveTo>
                  <a:pt x="146447" y="92869"/>
                </a:moveTo>
                <a:cubicBezTo>
                  <a:pt x="140509" y="92869"/>
                  <a:pt x="135731" y="97646"/>
                  <a:pt x="135731" y="103584"/>
                </a:cubicBezTo>
                <a:lnTo>
                  <a:pt x="135731" y="189309"/>
                </a:lnTo>
                <a:cubicBezTo>
                  <a:pt x="135731" y="195248"/>
                  <a:pt x="140509" y="200025"/>
                  <a:pt x="146447" y="200025"/>
                </a:cubicBezTo>
                <a:cubicBezTo>
                  <a:pt x="152385" y="200025"/>
                  <a:pt x="157163" y="195248"/>
                  <a:pt x="157163" y="189309"/>
                </a:cubicBezTo>
                <a:lnTo>
                  <a:pt x="157163" y="103584"/>
                </a:lnTo>
                <a:cubicBezTo>
                  <a:pt x="157163" y="97646"/>
                  <a:pt x="152385" y="92869"/>
                  <a:pt x="146447" y="9286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0" name="Text 38"/>
          <p:cNvSpPr/>
          <p:nvPr/>
        </p:nvSpPr>
        <p:spPr>
          <a:xfrm>
            <a:off x="3327083" y="5836802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31845" y="6027302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invoices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010" y="1146810"/>
            <a:ext cx="5627370" cy="3608070"/>
          </a:xfrm>
          <a:custGeom>
            <a:avLst/>
            <a:gdLst/>
            <a:ahLst/>
            <a:cxnLst/>
            <a:rect l="l" t="t" r="r" b="b"/>
            <a:pathLst>
              <a:path w="5627370" h="3608070">
                <a:moveTo>
                  <a:pt x="152405" y="0"/>
                </a:moveTo>
                <a:lnTo>
                  <a:pt x="5474965" y="0"/>
                </a:lnTo>
                <a:cubicBezTo>
                  <a:pt x="5559136" y="0"/>
                  <a:pt x="5627370" y="68234"/>
                  <a:pt x="5627370" y="152405"/>
                </a:cubicBezTo>
                <a:lnTo>
                  <a:pt x="5627370" y="3455665"/>
                </a:lnTo>
                <a:cubicBezTo>
                  <a:pt x="5627370" y="3539836"/>
                  <a:pt x="5559136" y="3608070"/>
                  <a:pt x="5474965" y="3608070"/>
                </a:cubicBezTo>
                <a:lnTo>
                  <a:pt x="152405" y="3608070"/>
                </a:lnTo>
                <a:cubicBezTo>
                  <a:pt x="68234" y="3608070"/>
                  <a:pt x="0" y="3539836"/>
                  <a:pt x="0" y="345566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0320" y="1341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7476" y="14458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5" name="Text 43"/>
          <p:cNvSpPr/>
          <p:nvPr/>
        </p:nvSpPr>
        <p:spPr>
          <a:xfrm>
            <a:off x="6865620" y="139827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Automation Logic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9370" y="187452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38100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89370" y="187452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8" name="Shape 46"/>
          <p:cNvSpPr/>
          <p:nvPr/>
        </p:nvSpPr>
        <p:spPr>
          <a:xfrm>
            <a:off x="6541770" y="20269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2691" y="81260"/>
                </a:moveTo>
                <a:cubicBezTo>
                  <a:pt x="105489" y="78462"/>
                  <a:pt x="105489" y="73938"/>
                  <a:pt x="102691" y="71170"/>
                </a:cubicBezTo>
                <a:lnTo>
                  <a:pt x="59829" y="28277"/>
                </a:lnTo>
                <a:cubicBezTo>
                  <a:pt x="57775" y="26224"/>
                  <a:pt x="54709" y="25628"/>
                  <a:pt x="52030" y="26730"/>
                </a:cubicBezTo>
                <a:cubicBezTo>
                  <a:pt x="49351" y="27831"/>
                  <a:pt x="47625" y="30450"/>
                  <a:pt x="47625" y="33338"/>
                </a:cubicBezTo>
                <a:lnTo>
                  <a:pt x="47625" y="57150"/>
                </a:lnTo>
                <a:lnTo>
                  <a:pt x="14288" y="57150"/>
                </a:lnTo>
                <a:cubicBezTo>
                  <a:pt x="6400" y="57150"/>
                  <a:pt x="0" y="63550"/>
                  <a:pt x="0" y="71438"/>
                </a:cubicBezTo>
                <a:lnTo>
                  <a:pt x="0" y="80962"/>
                </a:lnTo>
                <a:cubicBezTo>
                  <a:pt x="0" y="88850"/>
                  <a:pt x="6400" y="95250"/>
                  <a:pt x="14288" y="95250"/>
                </a:cubicBezTo>
                <a:lnTo>
                  <a:pt x="47625" y="95250"/>
                </a:lnTo>
                <a:lnTo>
                  <a:pt x="47625" y="119062"/>
                </a:lnTo>
                <a:cubicBezTo>
                  <a:pt x="47625" y="121950"/>
                  <a:pt x="49351" y="124569"/>
                  <a:pt x="52030" y="125670"/>
                </a:cubicBezTo>
                <a:cubicBezTo>
                  <a:pt x="54709" y="126772"/>
                  <a:pt x="57775" y="126176"/>
                  <a:pt x="59829" y="124123"/>
                </a:cubicBezTo>
                <a:lnTo>
                  <a:pt x="102691" y="81260"/>
                </a:lnTo>
                <a:close/>
                <a:moveTo>
                  <a:pt x="104775" y="123825"/>
                </a:moveTo>
                <a:cubicBezTo>
                  <a:pt x="99506" y="123825"/>
                  <a:pt x="95250" y="128081"/>
                  <a:pt x="95250" y="133350"/>
                </a:cubicBezTo>
                <a:cubicBezTo>
                  <a:pt x="95250" y="138619"/>
                  <a:pt x="99506" y="142875"/>
                  <a:pt x="104775" y="142875"/>
                </a:cubicBezTo>
                <a:lnTo>
                  <a:pt x="123825" y="142875"/>
                </a:lnTo>
                <a:cubicBezTo>
                  <a:pt x="139601" y="142875"/>
                  <a:pt x="152400" y="130076"/>
                  <a:pt x="152400" y="114300"/>
                </a:cubicBezTo>
                <a:lnTo>
                  <a:pt x="152400" y="38100"/>
                </a:lnTo>
                <a:cubicBezTo>
                  <a:pt x="152400" y="22324"/>
                  <a:pt x="139601" y="9525"/>
                  <a:pt x="123825" y="9525"/>
                </a:cubicBezTo>
                <a:lnTo>
                  <a:pt x="104775" y="9525"/>
                </a:lnTo>
                <a:cubicBezTo>
                  <a:pt x="99506" y="9525"/>
                  <a:pt x="95250" y="13781"/>
                  <a:pt x="95250" y="19050"/>
                </a:cubicBezTo>
                <a:cubicBezTo>
                  <a:pt x="95250" y="24319"/>
                  <a:pt x="99506" y="28575"/>
                  <a:pt x="104775" y="28575"/>
                </a:cubicBez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114300"/>
                </a:lnTo>
                <a:cubicBezTo>
                  <a:pt x="133350" y="119569"/>
                  <a:pt x="129094" y="123825"/>
                  <a:pt x="123825" y="123825"/>
                </a:cubicBezTo>
                <a:lnTo>
                  <a:pt x="104775" y="123825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9" name="Text 47"/>
          <p:cNvSpPr/>
          <p:nvPr/>
        </p:nvSpPr>
        <p:spPr>
          <a:xfrm>
            <a:off x="6789420" y="19888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 Confirmation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22720" y="225552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Welcome email sent immediately after successful login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89370" y="2655570"/>
            <a:ext cx="5219700" cy="1333500"/>
          </a:xfrm>
          <a:custGeom>
            <a:avLst/>
            <a:gdLst/>
            <a:ahLst/>
            <a:cxnLst/>
            <a:rect l="l" t="t" r="r" b="b"/>
            <a:pathLst>
              <a:path w="5219700" h="1333500">
                <a:moveTo>
                  <a:pt x="38100" y="0"/>
                </a:moveTo>
                <a:lnTo>
                  <a:pt x="5143504" y="0"/>
                </a:lnTo>
                <a:cubicBezTo>
                  <a:pt x="5185586" y="0"/>
                  <a:pt x="5219700" y="34114"/>
                  <a:pt x="5219700" y="76196"/>
                </a:cubicBezTo>
                <a:lnTo>
                  <a:pt x="5219700" y="1257304"/>
                </a:lnTo>
                <a:cubicBezTo>
                  <a:pt x="5219700" y="1299386"/>
                  <a:pt x="5185586" y="1333500"/>
                  <a:pt x="5143504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89370" y="265557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3" name="Shape 51"/>
          <p:cNvSpPr/>
          <p:nvPr/>
        </p:nvSpPr>
        <p:spPr>
          <a:xfrm>
            <a:off x="6541770" y="28079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4" name="Text 52"/>
          <p:cNvSpPr/>
          <p:nvPr/>
        </p:nvSpPr>
        <p:spPr>
          <a:xfrm>
            <a:off x="6789420" y="276987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Due Date Reminders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522720" y="30746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602730" y="311277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27520" y="309372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Days before due date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22720" y="33604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614160" y="3398520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27520" y="337947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before due date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522720" y="36461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598920" y="3684270"/>
            <a:ext cx="133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27520" y="366522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due date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76010" y="4910971"/>
            <a:ext cx="5627370" cy="1588770"/>
          </a:xfrm>
          <a:custGeom>
            <a:avLst/>
            <a:gdLst/>
            <a:ahLst/>
            <a:cxnLst/>
            <a:rect l="l" t="t" r="r" b="b"/>
            <a:pathLst>
              <a:path w="5627370" h="1588770">
                <a:moveTo>
                  <a:pt x="152395" y="0"/>
                </a:moveTo>
                <a:lnTo>
                  <a:pt x="5474975" y="0"/>
                </a:lnTo>
                <a:cubicBezTo>
                  <a:pt x="5559141" y="0"/>
                  <a:pt x="5627370" y="68229"/>
                  <a:pt x="5627370" y="152395"/>
                </a:cubicBezTo>
                <a:lnTo>
                  <a:pt x="5627370" y="1436375"/>
                </a:lnTo>
                <a:cubicBezTo>
                  <a:pt x="5627370" y="1520541"/>
                  <a:pt x="5559141" y="1588770"/>
                  <a:pt x="5474975" y="1588770"/>
                </a:cubicBezTo>
                <a:lnTo>
                  <a:pt x="152395" y="1588770"/>
                </a:lnTo>
                <a:cubicBezTo>
                  <a:pt x="68229" y="1588770"/>
                  <a:pt x="0" y="1520541"/>
                  <a:pt x="0" y="143637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70320" y="51052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477476" y="52100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7" name="Text 65"/>
          <p:cNvSpPr/>
          <p:nvPr/>
        </p:nvSpPr>
        <p:spPr>
          <a:xfrm>
            <a:off x="6865620" y="5162431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Validation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74130" y="5642491"/>
            <a:ext cx="2560320" cy="655320"/>
          </a:xfrm>
          <a:custGeom>
            <a:avLst/>
            <a:gdLst/>
            <a:ahLst/>
            <a:cxnLst/>
            <a:rect l="l" t="t" r="r" b="b"/>
            <a:pathLst>
              <a:path w="2560320" h="655320">
                <a:moveTo>
                  <a:pt x="76201" y="0"/>
                </a:moveTo>
                <a:lnTo>
                  <a:pt x="2484119" y="0"/>
                </a:lnTo>
                <a:cubicBezTo>
                  <a:pt x="2526204" y="0"/>
                  <a:pt x="2560320" y="34116"/>
                  <a:pt x="2560320" y="76201"/>
                </a:cubicBezTo>
                <a:lnTo>
                  <a:pt x="2560320" y="579119"/>
                </a:lnTo>
                <a:cubicBezTo>
                  <a:pt x="2560320" y="621204"/>
                  <a:pt x="2526204" y="655320"/>
                  <a:pt x="2484119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11290" y="57796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0" name="Text 68"/>
          <p:cNvSpPr/>
          <p:nvPr/>
        </p:nvSpPr>
        <p:spPr>
          <a:xfrm>
            <a:off x="6758940" y="5760602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Zod Validation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492240" y="6027302"/>
            <a:ext cx="238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data validation and type safety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052560" y="5642491"/>
            <a:ext cx="2560320" cy="655320"/>
          </a:xfrm>
          <a:custGeom>
            <a:avLst/>
            <a:gdLst/>
            <a:ahLst/>
            <a:cxnLst/>
            <a:rect l="l" t="t" r="r" b="b"/>
            <a:pathLst>
              <a:path w="2560320" h="655320">
                <a:moveTo>
                  <a:pt x="76201" y="0"/>
                </a:moveTo>
                <a:lnTo>
                  <a:pt x="2484119" y="0"/>
                </a:lnTo>
                <a:cubicBezTo>
                  <a:pt x="2526204" y="0"/>
                  <a:pt x="2560320" y="34116"/>
                  <a:pt x="2560320" y="76201"/>
                </a:cubicBezTo>
                <a:lnTo>
                  <a:pt x="2560320" y="579119"/>
                </a:lnTo>
                <a:cubicBezTo>
                  <a:pt x="2560320" y="621204"/>
                  <a:pt x="2526204" y="655320"/>
                  <a:pt x="2484119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99245" y="577965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4" name="Text 72"/>
          <p:cNvSpPr/>
          <p:nvPr/>
        </p:nvSpPr>
        <p:spPr>
          <a:xfrm>
            <a:off x="9437370" y="5760602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Prisma ORM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170670" y="6027302"/>
            <a:ext cx="238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Type-safe database queries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531" y="438194"/>
            <a:ext cx="441972" cy="441972"/>
          </a:xfrm>
          <a:custGeom>
            <a:avLst/>
            <a:gdLst/>
            <a:ahLst/>
            <a:cxnLst/>
            <a:rect l="l" t="t" r="r" b="b"/>
            <a:pathLst>
              <a:path w="441972" h="441972">
                <a:moveTo>
                  <a:pt x="113326" y="0"/>
                </a:moveTo>
                <a:lnTo>
                  <a:pt x="328646" y="0"/>
                </a:lnTo>
                <a:cubicBezTo>
                  <a:pt x="391234" y="0"/>
                  <a:pt x="441972" y="50738"/>
                  <a:pt x="441972" y="113326"/>
                </a:cubicBezTo>
                <a:lnTo>
                  <a:pt x="441972" y="328646"/>
                </a:lnTo>
                <a:cubicBezTo>
                  <a:pt x="441972" y="391234"/>
                  <a:pt x="391234" y="441972"/>
                  <a:pt x="328646" y="441972"/>
                </a:cubicBezTo>
                <a:lnTo>
                  <a:pt x="113326" y="441972"/>
                </a:lnTo>
                <a:cubicBezTo>
                  <a:pt x="50738" y="441972"/>
                  <a:pt x="0" y="391234"/>
                  <a:pt x="0" y="328646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302" y="528855"/>
            <a:ext cx="330534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2160" y="377754"/>
            <a:ext cx="220041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kern="0" spc="5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WATERFALL MODEL - PHASE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2160" y="566631"/>
            <a:ext cx="2304297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531" y="1137039"/>
            <a:ext cx="3171242" cy="1896323"/>
          </a:xfrm>
          <a:custGeom>
            <a:avLst/>
            <a:gdLst/>
            <a:ahLst/>
            <a:cxnLst/>
            <a:rect l="l" t="t" r="r" b="b"/>
            <a:pathLst>
              <a:path w="3171242" h="1896323">
                <a:moveTo>
                  <a:pt x="151099" y="0"/>
                </a:moveTo>
                <a:lnTo>
                  <a:pt x="3020143" y="0"/>
                </a:lnTo>
                <a:cubicBezTo>
                  <a:pt x="3103593" y="0"/>
                  <a:pt x="3171242" y="67649"/>
                  <a:pt x="3171242" y="151099"/>
                </a:cubicBezTo>
                <a:lnTo>
                  <a:pt x="3171242" y="1745224"/>
                </a:lnTo>
                <a:cubicBezTo>
                  <a:pt x="3171242" y="1828674"/>
                  <a:pt x="3103593" y="1896323"/>
                  <a:pt x="3020143" y="1896323"/>
                </a:cubicBezTo>
                <a:lnTo>
                  <a:pt x="151099" y="1896323"/>
                </a:lnTo>
                <a:cubicBezTo>
                  <a:pt x="67649" y="1896323"/>
                  <a:pt x="0" y="1828674"/>
                  <a:pt x="0" y="1745224"/>
                </a:cubicBezTo>
                <a:lnTo>
                  <a:pt x="0" y="151099"/>
                </a:lnTo>
                <a:cubicBezTo>
                  <a:pt x="0" y="67705"/>
                  <a:pt x="67705" y="0"/>
                  <a:pt x="15109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4186" y="1329693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0429" y="1433576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113747" y="3121"/>
                </a:moveTo>
                <a:cubicBezTo>
                  <a:pt x="109597" y="-1029"/>
                  <a:pt x="102857" y="-1029"/>
                  <a:pt x="98707" y="3121"/>
                </a:cubicBezTo>
                <a:cubicBezTo>
                  <a:pt x="94556" y="7271"/>
                  <a:pt x="94556" y="14011"/>
                  <a:pt x="98707" y="18161"/>
                </a:cubicBezTo>
                <a:lnTo>
                  <a:pt x="101827" y="21249"/>
                </a:lnTo>
                <a:lnTo>
                  <a:pt x="9329" y="113747"/>
                </a:lnTo>
                <a:cubicBezTo>
                  <a:pt x="3353" y="119723"/>
                  <a:pt x="0" y="127824"/>
                  <a:pt x="0" y="136290"/>
                </a:cubicBezTo>
                <a:lnTo>
                  <a:pt x="0" y="138116"/>
                </a:lnTo>
                <a:cubicBezTo>
                  <a:pt x="0" y="155713"/>
                  <a:pt x="14276" y="169989"/>
                  <a:pt x="31873" y="169989"/>
                </a:cubicBezTo>
                <a:lnTo>
                  <a:pt x="33699" y="169989"/>
                </a:lnTo>
                <a:cubicBezTo>
                  <a:pt x="42165" y="169989"/>
                  <a:pt x="50266" y="166636"/>
                  <a:pt x="56243" y="160660"/>
                </a:cubicBezTo>
                <a:lnTo>
                  <a:pt x="148741" y="68162"/>
                </a:lnTo>
                <a:lnTo>
                  <a:pt x="151861" y="71283"/>
                </a:lnTo>
                <a:cubicBezTo>
                  <a:pt x="156012" y="75433"/>
                  <a:pt x="162751" y="75433"/>
                  <a:pt x="166901" y="71283"/>
                </a:cubicBezTo>
                <a:cubicBezTo>
                  <a:pt x="171052" y="67132"/>
                  <a:pt x="171052" y="60393"/>
                  <a:pt x="166901" y="56243"/>
                </a:cubicBezTo>
                <a:lnTo>
                  <a:pt x="113780" y="3121"/>
                </a:lnTo>
                <a:close/>
                <a:moveTo>
                  <a:pt x="68162" y="84995"/>
                </a:moveTo>
                <a:lnTo>
                  <a:pt x="116868" y="36289"/>
                </a:lnTo>
                <a:lnTo>
                  <a:pt x="133700" y="53122"/>
                </a:lnTo>
                <a:lnTo>
                  <a:pt x="101827" y="84995"/>
                </a:lnTo>
                <a:lnTo>
                  <a:pt x="68128" y="84995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1065265" y="1386356"/>
            <a:ext cx="1010491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1337" y="1896324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12278" y="18102"/>
                </a:moveTo>
                <a:cubicBezTo>
                  <a:pt x="115971" y="20788"/>
                  <a:pt x="116797" y="25952"/>
                  <a:pt x="114112" y="29645"/>
                </a:cubicBezTo>
                <a:lnTo>
                  <a:pt x="48005" y="120542"/>
                </a:lnTo>
                <a:cubicBezTo>
                  <a:pt x="46585" y="122504"/>
                  <a:pt x="44390" y="123718"/>
                  <a:pt x="41962" y="123925"/>
                </a:cubicBezTo>
                <a:cubicBezTo>
                  <a:pt x="39535" y="124131"/>
                  <a:pt x="37185" y="123227"/>
                  <a:pt x="35481" y="121523"/>
                </a:cubicBezTo>
                <a:lnTo>
                  <a:pt x="2427" y="88470"/>
                </a:lnTo>
                <a:cubicBezTo>
                  <a:pt x="-801" y="85242"/>
                  <a:pt x="-801" y="80000"/>
                  <a:pt x="2427" y="76772"/>
                </a:cubicBezTo>
                <a:cubicBezTo>
                  <a:pt x="5655" y="73544"/>
                  <a:pt x="10897" y="73544"/>
                  <a:pt x="14125" y="76772"/>
                </a:cubicBezTo>
                <a:lnTo>
                  <a:pt x="40336" y="102982"/>
                </a:lnTo>
                <a:lnTo>
                  <a:pt x="100761" y="19910"/>
                </a:lnTo>
                <a:cubicBezTo>
                  <a:pt x="103447" y="16217"/>
                  <a:pt x="108612" y="15391"/>
                  <a:pt x="112304" y="1807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815004" y="1858549"/>
            <a:ext cx="170933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rendering tests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1337" y="2160752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12278" y="18102"/>
                </a:moveTo>
                <a:cubicBezTo>
                  <a:pt x="115971" y="20788"/>
                  <a:pt x="116797" y="25952"/>
                  <a:pt x="114112" y="29645"/>
                </a:cubicBezTo>
                <a:lnTo>
                  <a:pt x="48005" y="120542"/>
                </a:lnTo>
                <a:cubicBezTo>
                  <a:pt x="46585" y="122504"/>
                  <a:pt x="44390" y="123718"/>
                  <a:pt x="41962" y="123925"/>
                </a:cubicBezTo>
                <a:cubicBezTo>
                  <a:pt x="39535" y="124131"/>
                  <a:pt x="37185" y="123227"/>
                  <a:pt x="35481" y="121523"/>
                </a:cubicBezTo>
                <a:lnTo>
                  <a:pt x="2427" y="88470"/>
                </a:lnTo>
                <a:cubicBezTo>
                  <a:pt x="-801" y="85242"/>
                  <a:pt x="-801" y="80000"/>
                  <a:pt x="2427" y="76772"/>
                </a:cubicBezTo>
                <a:cubicBezTo>
                  <a:pt x="5655" y="73544"/>
                  <a:pt x="10897" y="73544"/>
                  <a:pt x="14125" y="76772"/>
                </a:cubicBezTo>
                <a:lnTo>
                  <a:pt x="40336" y="102982"/>
                </a:lnTo>
                <a:lnTo>
                  <a:pt x="100761" y="19910"/>
                </a:lnTo>
                <a:cubicBezTo>
                  <a:pt x="103447" y="16217"/>
                  <a:pt x="108612" y="15391"/>
                  <a:pt x="112304" y="1807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815004" y="2122976"/>
            <a:ext cx="151101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logic validation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1337" y="2425179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12278" y="18102"/>
                </a:moveTo>
                <a:cubicBezTo>
                  <a:pt x="115971" y="20788"/>
                  <a:pt x="116797" y="25952"/>
                  <a:pt x="114112" y="29645"/>
                </a:cubicBezTo>
                <a:lnTo>
                  <a:pt x="48005" y="120542"/>
                </a:lnTo>
                <a:cubicBezTo>
                  <a:pt x="46585" y="122504"/>
                  <a:pt x="44390" y="123718"/>
                  <a:pt x="41962" y="123925"/>
                </a:cubicBezTo>
                <a:cubicBezTo>
                  <a:pt x="39535" y="124131"/>
                  <a:pt x="37185" y="123227"/>
                  <a:pt x="35481" y="121523"/>
                </a:cubicBezTo>
                <a:lnTo>
                  <a:pt x="2427" y="88470"/>
                </a:lnTo>
                <a:cubicBezTo>
                  <a:pt x="-801" y="85242"/>
                  <a:pt x="-801" y="80000"/>
                  <a:pt x="2427" y="76772"/>
                </a:cubicBezTo>
                <a:cubicBezTo>
                  <a:pt x="5655" y="73544"/>
                  <a:pt x="10897" y="73544"/>
                  <a:pt x="14125" y="76772"/>
                </a:cubicBezTo>
                <a:lnTo>
                  <a:pt x="40336" y="102982"/>
                </a:lnTo>
                <a:lnTo>
                  <a:pt x="100761" y="19910"/>
                </a:lnTo>
                <a:cubicBezTo>
                  <a:pt x="103447" y="16217"/>
                  <a:pt x="108612" y="15391"/>
                  <a:pt x="112304" y="1807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5" name="Text 13"/>
          <p:cNvSpPr/>
          <p:nvPr/>
        </p:nvSpPr>
        <p:spPr>
          <a:xfrm>
            <a:off x="815004" y="2387404"/>
            <a:ext cx="128436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endpoint testing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1337" y="2689609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12278" y="18102"/>
                </a:moveTo>
                <a:cubicBezTo>
                  <a:pt x="115971" y="20788"/>
                  <a:pt x="116797" y="25952"/>
                  <a:pt x="114112" y="29645"/>
                </a:cubicBezTo>
                <a:lnTo>
                  <a:pt x="48005" y="120542"/>
                </a:lnTo>
                <a:cubicBezTo>
                  <a:pt x="46585" y="122504"/>
                  <a:pt x="44390" y="123718"/>
                  <a:pt x="41962" y="123925"/>
                </a:cubicBezTo>
                <a:cubicBezTo>
                  <a:pt x="39535" y="124131"/>
                  <a:pt x="37185" y="123227"/>
                  <a:pt x="35481" y="121523"/>
                </a:cubicBezTo>
                <a:lnTo>
                  <a:pt x="2427" y="88470"/>
                </a:lnTo>
                <a:cubicBezTo>
                  <a:pt x="-801" y="85242"/>
                  <a:pt x="-801" y="80000"/>
                  <a:pt x="2427" y="76772"/>
                </a:cubicBezTo>
                <a:cubicBezTo>
                  <a:pt x="5655" y="73544"/>
                  <a:pt x="10897" y="73544"/>
                  <a:pt x="14125" y="76772"/>
                </a:cubicBezTo>
                <a:lnTo>
                  <a:pt x="40336" y="102982"/>
                </a:lnTo>
                <a:lnTo>
                  <a:pt x="100761" y="19910"/>
                </a:lnTo>
                <a:cubicBezTo>
                  <a:pt x="103447" y="16217"/>
                  <a:pt x="108612" y="15391"/>
                  <a:pt x="112304" y="1807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7" name="Text 15"/>
          <p:cNvSpPr/>
          <p:nvPr/>
        </p:nvSpPr>
        <p:spPr>
          <a:xfrm>
            <a:off x="815004" y="2651834"/>
            <a:ext cx="133158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query tests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12492" y="1137039"/>
            <a:ext cx="3171242" cy="1896323"/>
          </a:xfrm>
          <a:custGeom>
            <a:avLst/>
            <a:gdLst/>
            <a:ahLst/>
            <a:cxnLst/>
            <a:rect l="l" t="t" r="r" b="b"/>
            <a:pathLst>
              <a:path w="3171242" h="1896323">
                <a:moveTo>
                  <a:pt x="151099" y="0"/>
                </a:moveTo>
                <a:lnTo>
                  <a:pt x="3020143" y="0"/>
                </a:lnTo>
                <a:cubicBezTo>
                  <a:pt x="3103593" y="0"/>
                  <a:pt x="3171242" y="67649"/>
                  <a:pt x="3171242" y="151099"/>
                </a:cubicBezTo>
                <a:lnTo>
                  <a:pt x="3171242" y="1745224"/>
                </a:lnTo>
                <a:cubicBezTo>
                  <a:pt x="3171242" y="1828674"/>
                  <a:pt x="3103593" y="1896323"/>
                  <a:pt x="3020143" y="1896323"/>
                </a:cubicBezTo>
                <a:lnTo>
                  <a:pt x="151099" y="1896323"/>
                </a:lnTo>
                <a:cubicBezTo>
                  <a:pt x="67649" y="1896323"/>
                  <a:pt x="0" y="1828674"/>
                  <a:pt x="0" y="1745224"/>
                </a:cubicBezTo>
                <a:lnTo>
                  <a:pt x="0" y="151099"/>
                </a:lnTo>
                <a:cubicBezTo>
                  <a:pt x="0" y="67705"/>
                  <a:pt x="67705" y="0"/>
                  <a:pt x="15109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5147" y="1329693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90141" y="1433576"/>
            <a:ext cx="212486" cy="169989"/>
          </a:xfrm>
          <a:custGeom>
            <a:avLst/>
            <a:gdLst/>
            <a:ahLst/>
            <a:cxnLst/>
            <a:rect l="l" t="t" r="r" b="b"/>
            <a:pathLst>
              <a:path w="212486" h="169989">
                <a:moveTo>
                  <a:pt x="138083" y="69888"/>
                </a:moveTo>
                <a:cubicBezTo>
                  <a:pt x="142134" y="68792"/>
                  <a:pt x="146383" y="70718"/>
                  <a:pt x="148209" y="74470"/>
                </a:cubicBezTo>
                <a:lnTo>
                  <a:pt x="154385" y="86953"/>
                </a:lnTo>
                <a:cubicBezTo>
                  <a:pt x="157804" y="87418"/>
                  <a:pt x="161158" y="88348"/>
                  <a:pt x="164312" y="89643"/>
                </a:cubicBezTo>
                <a:lnTo>
                  <a:pt x="175932" y="81907"/>
                </a:lnTo>
                <a:cubicBezTo>
                  <a:pt x="179418" y="79583"/>
                  <a:pt x="184033" y="80048"/>
                  <a:pt x="186988" y="83003"/>
                </a:cubicBezTo>
                <a:lnTo>
                  <a:pt x="193363" y="89377"/>
                </a:lnTo>
                <a:cubicBezTo>
                  <a:pt x="196318" y="92332"/>
                  <a:pt x="196782" y="96980"/>
                  <a:pt x="194458" y="100433"/>
                </a:cubicBezTo>
                <a:lnTo>
                  <a:pt x="186722" y="112020"/>
                </a:lnTo>
                <a:cubicBezTo>
                  <a:pt x="187353" y="113581"/>
                  <a:pt x="187918" y="115207"/>
                  <a:pt x="188383" y="116901"/>
                </a:cubicBezTo>
                <a:cubicBezTo>
                  <a:pt x="188847" y="118594"/>
                  <a:pt x="189146" y="120254"/>
                  <a:pt x="189379" y="121947"/>
                </a:cubicBezTo>
                <a:lnTo>
                  <a:pt x="201895" y="128123"/>
                </a:lnTo>
                <a:cubicBezTo>
                  <a:pt x="205647" y="129982"/>
                  <a:pt x="207573" y="134232"/>
                  <a:pt x="206477" y="138249"/>
                </a:cubicBezTo>
                <a:lnTo>
                  <a:pt x="204153" y="146948"/>
                </a:lnTo>
                <a:cubicBezTo>
                  <a:pt x="203057" y="150965"/>
                  <a:pt x="199306" y="153687"/>
                  <a:pt x="195122" y="153422"/>
                </a:cubicBezTo>
                <a:lnTo>
                  <a:pt x="181178" y="152525"/>
                </a:lnTo>
                <a:cubicBezTo>
                  <a:pt x="179086" y="155215"/>
                  <a:pt x="176663" y="157705"/>
                  <a:pt x="173907" y="159830"/>
                </a:cubicBezTo>
                <a:lnTo>
                  <a:pt x="174803" y="173741"/>
                </a:lnTo>
                <a:cubicBezTo>
                  <a:pt x="175069" y="177924"/>
                  <a:pt x="172346" y="181709"/>
                  <a:pt x="168329" y="182772"/>
                </a:cubicBezTo>
                <a:lnTo>
                  <a:pt x="159630" y="185096"/>
                </a:lnTo>
                <a:cubicBezTo>
                  <a:pt x="155580" y="186191"/>
                  <a:pt x="151363" y="184266"/>
                  <a:pt x="149504" y="180514"/>
                </a:cubicBezTo>
                <a:lnTo>
                  <a:pt x="143329" y="168030"/>
                </a:lnTo>
                <a:cubicBezTo>
                  <a:pt x="139909" y="167565"/>
                  <a:pt x="136556" y="166636"/>
                  <a:pt x="133402" y="165341"/>
                </a:cubicBezTo>
                <a:lnTo>
                  <a:pt x="121781" y="173077"/>
                </a:lnTo>
                <a:cubicBezTo>
                  <a:pt x="118295" y="175401"/>
                  <a:pt x="113680" y="174936"/>
                  <a:pt x="110725" y="171981"/>
                </a:cubicBezTo>
                <a:lnTo>
                  <a:pt x="104351" y="165607"/>
                </a:lnTo>
                <a:cubicBezTo>
                  <a:pt x="101396" y="162652"/>
                  <a:pt x="100931" y="158037"/>
                  <a:pt x="103255" y="154551"/>
                </a:cubicBezTo>
                <a:lnTo>
                  <a:pt x="110991" y="142930"/>
                </a:lnTo>
                <a:cubicBezTo>
                  <a:pt x="110360" y="141370"/>
                  <a:pt x="109796" y="139743"/>
                  <a:pt x="109331" y="138050"/>
                </a:cubicBezTo>
                <a:cubicBezTo>
                  <a:pt x="108866" y="136357"/>
                  <a:pt x="108567" y="134663"/>
                  <a:pt x="108335" y="133003"/>
                </a:cubicBezTo>
                <a:lnTo>
                  <a:pt x="95818" y="126828"/>
                </a:lnTo>
                <a:cubicBezTo>
                  <a:pt x="92066" y="124969"/>
                  <a:pt x="90174" y="120719"/>
                  <a:pt x="91236" y="116702"/>
                </a:cubicBezTo>
                <a:lnTo>
                  <a:pt x="93560" y="108003"/>
                </a:lnTo>
                <a:cubicBezTo>
                  <a:pt x="94656" y="103986"/>
                  <a:pt x="98408" y="101263"/>
                  <a:pt x="102591" y="101529"/>
                </a:cubicBezTo>
                <a:lnTo>
                  <a:pt x="116502" y="102425"/>
                </a:lnTo>
                <a:cubicBezTo>
                  <a:pt x="118594" y="99736"/>
                  <a:pt x="121018" y="97246"/>
                  <a:pt x="123773" y="95121"/>
                </a:cubicBezTo>
                <a:lnTo>
                  <a:pt x="122877" y="81243"/>
                </a:lnTo>
                <a:cubicBezTo>
                  <a:pt x="122611" y="77060"/>
                  <a:pt x="125334" y="73275"/>
                  <a:pt x="129351" y="72212"/>
                </a:cubicBezTo>
                <a:lnTo>
                  <a:pt x="138050" y="69888"/>
                </a:lnTo>
                <a:close/>
                <a:moveTo>
                  <a:pt x="148873" y="112883"/>
                </a:moveTo>
                <a:cubicBezTo>
                  <a:pt x="140811" y="112893"/>
                  <a:pt x="134272" y="119446"/>
                  <a:pt x="134281" y="127508"/>
                </a:cubicBezTo>
                <a:cubicBezTo>
                  <a:pt x="134291" y="135571"/>
                  <a:pt x="140844" y="142109"/>
                  <a:pt x="148907" y="142100"/>
                </a:cubicBezTo>
                <a:cubicBezTo>
                  <a:pt x="156969" y="142091"/>
                  <a:pt x="163508" y="135538"/>
                  <a:pt x="163498" y="127475"/>
                </a:cubicBezTo>
                <a:cubicBezTo>
                  <a:pt x="163489" y="119413"/>
                  <a:pt x="156936" y="112874"/>
                  <a:pt x="148873" y="112883"/>
                </a:cubicBezTo>
                <a:close/>
                <a:moveTo>
                  <a:pt x="74669" y="-15106"/>
                </a:moveTo>
                <a:lnTo>
                  <a:pt x="83368" y="-12782"/>
                </a:lnTo>
                <a:cubicBezTo>
                  <a:pt x="87385" y="-11687"/>
                  <a:pt x="90108" y="-7902"/>
                  <a:pt x="89842" y="-3752"/>
                </a:cubicBezTo>
                <a:lnTo>
                  <a:pt x="88945" y="10126"/>
                </a:lnTo>
                <a:cubicBezTo>
                  <a:pt x="91701" y="12251"/>
                  <a:pt x="94125" y="14708"/>
                  <a:pt x="96217" y="17431"/>
                </a:cubicBezTo>
                <a:lnTo>
                  <a:pt x="110161" y="16534"/>
                </a:lnTo>
                <a:cubicBezTo>
                  <a:pt x="114311" y="16268"/>
                  <a:pt x="118096" y="18991"/>
                  <a:pt x="119192" y="23008"/>
                </a:cubicBezTo>
                <a:lnTo>
                  <a:pt x="121516" y="31707"/>
                </a:lnTo>
                <a:cubicBezTo>
                  <a:pt x="122578" y="35724"/>
                  <a:pt x="120686" y="39974"/>
                  <a:pt x="116934" y="41833"/>
                </a:cubicBezTo>
                <a:lnTo>
                  <a:pt x="104417" y="48009"/>
                </a:lnTo>
                <a:cubicBezTo>
                  <a:pt x="104185" y="49702"/>
                  <a:pt x="103853" y="51395"/>
                  <a:pt x="103421" y="53055"/>
                </a:cubicBezTo>
                <a:cubicBezTo>
                  <a:pt x="102990" y="54715"/>
                  <a:pt x="102392" y="56375"/>
                  <a:pt x="101761" y="57936"/>
                </a:cubicBezTo>
                <a:lnTo>
                  <a:pt x="109497" y="69556"/>
                </a:lnTo>
                <a:cubicBezTo>
                  <a:pt x="111821" y="73042"/>
                  <a:pt x="111356" y="77657"/>
                  <a:pt x="108401" y="80612"/>
                </a:cubicBezTo>
                <a:lnTo>
                  <a:pt x="102027" y="86987"/>
                </a:lnTo>
                <a:cubicBezTo>
                  <a:pt x="99072" y="89942"/>
                  <a:pt x="94457" y="90406"/>
                  <a:pt x="90971" y="88082"/>
                </a:cubicBezTo>
                <a:lnTo>
                  <a:pt x="79350" y="80346"/>
                </a:lnTo>
                <a:cubicBezTo>
                  <a:pt x="76196" y="81641"/>
                  <a:pt x="72843" y="82571"/>
                  <a:pt x="69423" y="83036"/>
                </a:cubicBezTo>
                <a:lnTo>
                  <a:pt x="63248" y="95519"/>
                </a:lnTo>
                <a:cubicBezTo>
                  <a:pt x="61389" y="99271"/>
                  <a:pt x="57139" y="101163"/>
                  <a:pt x="53122" y="100101"/>
                </a:cubicBezTo>
                <a:lnTo>
                  <a:pt x="44423" y="97777"/>
                </a:lnTo>
                <a:cubicBezTo>
                  <a:pt x="40372" y="96681"/>
                  <a:pt x="37683" y="92896"/>
                  <a:pt x="37949" y="88746"/>
                </a:cubicBezTo>
                <a:lnTo>
                  <a:pt x="38845" y="74835"/>
                </a:lnTo>
                <a:cubicBezTo>
                  <a:pt x="36089" y="72710"/>
                  <a:pt x="33666" y="70253"/>
                  <a:pt x="31574" y="67531"/>
                </a:cubicBezTo>
                <a:lnTo>
                  <a:pt x="17630" y="68427"/>
                </a:lnTo>
                <a:cubicBezTo>
                  <a:pt x="13480" y="68693"/>
                  <a:pt x="9695" y="65970"/>
                  <a:pt x="8599" y="61953"/>
                </a:cubicBezTo>
                <a:lnTo>
                  <a:pt x="6275" y="53254"/>
                </a:lnTo>
                <a:cubicBezTo>
                  <a:pt x="5213" y="49237"/>
                  <a:pt x="7105" y="44987"/>
                  <a:pt x="10857" y="43128"/>
                </a:cubicBezTo>
                <a:lnTo>
                  <a:pt x="23374" y="36953"/>
                </a:lnTo>
                <a:cubicBezTo>
                  <a:pt x="23606" y="35259"/>
                  <a:pt x="23938" y="33599"/>
                  <a:pt x="24370" y="31906"/>
                </a:cubicBezTo>
                <a:cubicBezTo>
                  <a:pt x="24834" y="30213"/>
                  <a:pt x="25366" y="28586"/>
                  <a:pt x="26030" y="27026"/>
                </a:cubicBezTo>
                <a:lnTo>
                  <a:pt x="18294" y="15438"/>
                </a:lnTo>
                <a:cubicBezTo>
                  <a:pt x="15970" y="11952"/>
                  <a:pt x="16434" y="7337"/>
                  <a:pt x="19389" y="4383"/>
                </a:cubicBezTo>
                <a:lnTo>
                  <a:pt x="25764" y="-1992"/>
                </a:lnTo>
                <a:cubicBezTo>
                  <a:pt x="28719" y="-4947"/>
                  <a:pt x="33334" y="-5412"/>
                  <a:pt x="36820" y="-3088"/>
                </a:cubicBezTo>
                <a:lnTo>
                  <a:pt x="48440" y="4648"/>
                </a:lnTo>
                <a:cubicBezTo>
                  <a:pt x="51594" y="3353"/>
                  <a:pt x="54948" y="2424"/>
                  <a:pt x="58367" y="1959"/>
                </a:cubicBezTo>
                <a:lnTo>
                  <a:pt x="64543" y="-10525"/>
                </a:lnTo>
                <a:cubicBezTo>
                  <a:pt x="66402" y="-14276"/>
                  <a:pt x="70619" y="-16169"/>
                  <a:pt x="74669" y="-15106"/>
                </a:cubicBezTo>
                <a:close/>
                <a:moveTo>
                  <a:pt x="63879" y="27889"/>
                </a:moveTo>
                <a:cubicBezTo>
                  <a:pt x="55816" y="27889"/>
                  <a:pt x="49270" y="34435"/>
                  <a:pt x="49270" y="42497"/>
                </a:cubicBezTo>
                <a:cubicBezTo>
                  <a:pt x="49270" y="50560"/>
                  <a:pt x="55816" y="57106"/>
                  <a:pt x="63879" y="57106"/>
                </a:cubicBezTo>
                <a:cubicBezTo>
                  <a:pt x="71941" y="57106"/>
                  <a:pt x="78487" y="50560"/>
                  <a:pt x="78487" y="42497"/>
                </a:cubicBezTo>
                <a:cubicBezTo>
                  <a:pt x="78487" y="34435"/>
                  <a:pt x="71941" y="27889"/>
                  <a:pt x="63879" y="2788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1" name="Text 19"/>
          <p:cNvSpPr/>
          <p:nvPr/>
        </p:nvSpPr>
        <p:spPr>
          <a:xfrm>
            <a:off x="4396227" y="1386356"/>
            <a:ext cx="1501571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Testing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32298" y="1896324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12278" y="18102"/>
                </a:moveTo>
                <a:cubicBezTo>
                  <a:pt x="115971" y="20788"/>
                  <a:pt x="116797" y="25952"/>
                  <a:pt x="114112" y="29645"/>
                </a:cubicBezTo>
                <a:lnTo>
                  <a:pt x="48005" y="120542"/>
                </a:lnTo>
                <a:cubicBezTo>
                  <a:pt x="46585" y="122504"/>
                  <a:pt x="44390" y="123718"/>
                  <a:pt x="41962" y="123925"/>
                </a:cubicBezTo>
                <a:cubicBezTo>
                  <a:pt x="39535" y="124131"/>
                  <a:pt x="37185" y="123227"/>
                  <a:pt x="35481" y="121523"/>
                </a:cubicBezTo>
                <a:lnTo>
                  <a:pt x="2427" y="88470"/>
                </a:lnTo>
                <a:cubicBezTo>
                  <a:pt x="-801" y="85242"/>
                  <a:pt x="-801" y="80000"/>
                  <a:pt x="2427" y="76772"/>
                </a:cubicBezTo>
                <a:cubicBezTo>
                  <a:pt x="5655" y="73544"/>
                  <a:pt x="10897" y="73544"/>
                  <a:pt x="14125" y="76772"/>
                </a:cubicBezTo>
                <a:lnTo>
                  <a:pt x="40336" y="102982"/>
                </a:lnTo>
                <a:lnTo>
                  <a:pt x="100761" y="19910"/>
                </a:lnTo>
                <a:cubicBezTo>
                  <a:pt x="103447" y="16217"/>
                  <a:pt x="108612" y="15391"/>
                  <a:pt x="112304" y="1807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3" name="Text 21"/>
          <p:cNvSpPr/>
          <p:nvPr/>
        </p:nvSpPr>
        <p:spPr>
          <a:xfrm>
            <a:off x="4145965" y="1858549"/>
            <a:ext cx="140713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user flows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32298" y="2160752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12278" y="18102"/>
                </a:moveTo>
                <a:cubicBezTo>
                  <a:pt x="115971" y="20788"/>
                  <a:pt x="116797" y="25952"/>
                  <a:pt x="114112" y="29645"/>
                </a:cubicBezTo>
                <a:lnTo>
                  <a:pt x="48005" y="120542"/>
                </a:lnTo>
                <a:cubicBezTo>
                  <a:pt x="46585" y="122504"/>
                  <a:pt x="44390" y="123718"/>
                  <a:pt x="41962" y="123925"/>
                </a:cubicBezTo>
                <a:cubicBezTo>
                  <a:pt x="39535" y="124131"/>
                  <a:pt x="37185" y="123227"/>
                  <a:pt x="35481" y="121523"/>
                </a:cubicBezTo>
                <a:lnTo>
                  <a:pt x="2427" y="88470"/>
                </a:lnTo>
                <a:cubicBezTo>
                  <a:pt x="-801" y="85242"/>
                  <a:pt x="-801" y="80000"/>
                  <a:pt x="2427" y="76772"/>
                </a:cubicBezTo>
                <a:cubicBezTo>
                  <a:pt x="5655" y="73544"/>
                  <a:pt x="10897" y="73544"/>
                  <a:pt x="14125" y="76772"/>
                </a:cubicBezTo>
                <a:lnTo>
                  <a:pt x="40336" y="102982"/>
                </a:lnTo>
                <a:lnTo>
                  <a:pt x="100761" y="19910"/>
                </a:lnTo>
                <a:cubicBezTo>
                  <a:pt x="103447" y="16217"/>
                  <a:pt x="108612" y="15391"/>
                  <a:pt x="112304" y="1807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5" name="Text 23"/>
          <p:cNvSpPr/>
          <p:nvPr/>
        </p:nvSpPr>
        <p:spPr>
          <a:xfrm>
            <a:off x="4145965" y="2122976"/>
            <a:ext cx="156767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 CRUD operations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932298" y="2425179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12278" y="18102"/>
                </a:moveTo>
                <a:cubicBezTo>
                  <a:pt x="115971" y="20788"/>
                  <a:pt x="116797" y="25952"/>
                  <a:pt x="114112" y="29645"/>
                </a:cubicBezTo>
                <a:lnTo>
                  <a:pt x="48005" y="120542"/>
                </a:lnTo>
                <a:cubicBezTo>
                  <a:pt x="46585" y="122504"/>
                  <a:pt x="44390" y="123718"/>
                  <a:pt x="41962" y="123925"/>
                </a:cubicBezTo>
                <a:cubicBezTo>
                  <a:pt x="39535" y="124131"/>
                  <a:pt x="37185" y="123227"/>
                  <a:pt x="35481" y="121523"/>
                </a:cubicBezTo>
                <a:lnTo>
                  <a:pt x="2427" y="88470"/>
                </a:lnTo>
                <a:cubicBezTo>
                  <a:pt x="-801" y="85242"/>
                  <a:pt x="-801" y="80000"/>
                  <a:pt x="2427" y="76772"/>
                </a:cubicBezTo>
                <a:cubicBezTo>
                  <a:pt x="5655" y="73544"/>
                  <a:pt x="10897" y="73544"/>
                  <a:pt x="14125" y="76772"/>
                </a:cubicBezTo>
                <a:lnTo>
                  <a:pt x="40336" y="102982"/>
                </a:lnTo>
                <a:lnTo>
                  <a:pt x="100761" y="19910"/>
                </a:lnTo>
                <a:cubicBezTo>
                  <a:pt x="103447" y="16217"/>
                  <a:pt x="108612" y="15391"/>
                  <a:pt x="112304" y="1807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7" name="Text 25"/>
          <p:cNvSpPr/>
          <p:nvPr/>
        </p:nvSpPr>
        <p:spPr>
          <a:xfrm>
            <a:off x="4145965" y="2387404"/>
            <a:ext cx="159600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workflows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32298" y="2689609"/>
            <a:ext cx="115687" cy="132214"/>
          </a:xfrm>
          <a:custGeom>
            <a:avLst/>
            <a:gdLst/>
            <a:ahLst/>
            <a:cxnLst/>
            <a:rect l="l" t="t" r="r" b="b"/>
            <a:pathLst>
              <a:path w="115687" h="132214">
                <a:moveTo>
                  <a:pt x="112278" y="18102"/>
                </a:moveTo>
                <a:cubicBezTo>
                  <a:pt x="115971" y="20788"/>
                  <a:pt x="116797" y="25952"/>
                  <a:pt x="114112" y="29645"/>
                </a:cubicBezTo>
                <a:lnTo>
                  <a:pt x="48005" y="120542"/>
                </a:lnTo>
                <a:cubicBezTo>
                  <a:pt x="46585" y="122504"/>
                  <a:pt x="44390" y="123718"/>
                  <a:pt x="41962" y="123925"/>
                </a:cubicBezTo>
                <a:cubicBezTo>
                  <a:pt x="39535" y="124131"/>
                  <a:pt x="37185" y="123227"/>
                  <a:pt x="35481" y="121523"/>
                </a:cubicBezTo>
                <a:lnTo>
                  <a:pt x="2427" y="88470"/>
                </a:lnTo>
                <a:cubicBezTo>
                  <a:pt x="-801" y="85242"/>
                  <a:pt x="-801" y="80000"/>
                  <a:pt x="2427" y="76772"/>
                </a:cubicBezTo>
                <a:cubicBezTo>
                  <a:pt x="5655" y="73544"/>
                  <a:pt x="10897" y="73544"/>
                  <a:pt x="14125" y="76772"/>
                </a:cubicBezTo>
                <a:lnTo>
                  <a:pt x="40336" y="102982"/>
                </a:lnTo>
                <a:lnTo>
                  <a:pt x="100761" y="19910"/>
                </a:lnTo>
                <a:cubicBezTo>
                  <a:pt x="103447" y="16217"/>
                  <a:pt x="108612" y="15391"/>
                  <a:pt x="112304" y="1807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9" name="Text 27"/>
          <p:cNvSpPr/>
          <p:nvPr/>
        </p:nvSpPr>
        <p:spPr>
          <a:xfrm>
            <a:off x="4145965" y="2651834"/>
            <a:ext cx="166211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531" y="3192020"/>
            <a:ext cx="6504918" cy="1801885"/>
          </a:xfrm>
          <a:custGeom>
            <a:avLst/>
            <a:gdLst/>
            <a:ahLst/>
            <a:cxnLst/>
            <a:rect l="l" t="t" r="r" b="b"/>
            <a:pathLst>
              <a:path w="6504918" h="1801885">
                <a:moveTo>
                  <a:pt x="151106" y="0"/>
                </a:moveTo>
                <a:lnTo>
                  <a:pt x="6353812" y="0"/>
                </a:lnTo>
                <a:cubicBezTo>
                  <a:pt x="6437266" y="0"/>
                  <a:pt x="6504918" y="67652"/>
                  <a:pt x="6504918" y="151106"/>
                </a:cubicBezTo>
                <a:lnTo>
                  <a:pt x="6504918" y="1650779"/>
                </a:lnTo>
                <a:cubicBezTo>
                  <a:pt x="6504918" y="1734233"/>
                  <a:pt x="6437266" y="1801885"/>
                  <a:pt x="6353812" y="1801885"/>
                </a:cubicBezTo>
                <a:lnTo>
                  <a:pt x="151106" y="1801885"/>
                </a:lnTo>
                <a:cubicBezTo>
                  <a:pt x="67652" y="1801885"/>
                  <a:pt x="0" y="1734233"/>
                  <a:pt x="0" y="1650779"/>
                </a:cubicBezTo>
                <a:lnTo>
                  <a:pt x="0" y="151106"/>
                </a:lnTo>
                <a:cubicBezTo>
                  <a:pt x="0" y="67708"/>
                  <a:pt x="67708" y="0"/>
                  <a:pt x="151106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4186" y="3384672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0429" y="3488554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15936" y="21249"/>
                </a:moveTo>
                <a:cubicBezTo>
                  <a:pt x="7138" y="21249"/>
                  <a:pt x="0" y="28387"/>
                  <a:pt x="0" y="37185"/>
                </a:cubicBezTo>
                <a:cubicBezTo>
                  <a:pt x="0" y="42198"/>
                  <a:pt x="2357" y="46913"/>
                  <a:pt x="6375" y="49934"/>
                </a:cubicBezTo>
                <a:lnTo>
                  <a:pt x="75433" y="101728"/>
                </a:lnTo>
                <a:cubicBezTo>
                  <a:pt x="81110" y="105978"/>
                  <a:pt x="88879" y="105978"/>
                  <a:pt x="94556" y="101728"/>
                </a:cubicBezTo>
                <a:lnTo>
                  <a:pt x="163615" y="49934"/>
                </a:lnTo>
                <a:cubicBezTo>
                  <a:pt x="167632" y="46913"/>
                  <a:pt x="169989" y="42198"/>
                  <a:pt x="169989" y="37185"/>
                </a:cubicBezTo>
                <a:cubicBezTo>
                  <a:pt x="169989" y="28387"/>
                  <a:pt x="162851" y="21249"/>
                  <a:pt x="154053" y="21249"/>
                </a:cubicBezTo>
                <a:lnTo>
                  <a:pt x="15936" y="21249"/>
                </a:lnTo>
                <a:close/>
                <a:moveTo>
                  <a:pt x="0" y="65074"/>
                </a:moveTo>
                <a:lnTo>
                  <a:pt x="0" y="127492"/>
                </a:lnTo>
                <a:cubicBezTo>
                  <a:pt x="0" y="139212"/>
                  <a:pt x="9529" y="148741"/>
                  <a:pt x="21249" y="148741"/>
                </a:cubicBezTo>
                <a:lnTo>
                  <a:pt x="148741" y="148741"/>
                </a:lnTo>
                <a:cubicBezTo>
                  <a:pt x="160460" y="148741"/>
                  <a:pt x="169989" y="139212"/>
                  <a:pt x="169989" y="127492"/>
                </a:cubicBezTo>
                <a:lnTo>
                  <a:pt x="169989" y="65074"/>
                </a:lnTo>
                <a:lnTo>
                  <a:pt x="104118" y="114477"/>
                </a:lnTo>
                <a:cubicBezTo>
                  <a:pt x="92797" y="122977"/>
                  <a:pt x="77192" y="122977"/>
                  <a:pt x="65871" y="114477"/>
                </a:cubicBezTo>
                <a:lnTo>
                  <a:pt x="0" y="6507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3" name="Text 31"/>
          <p:cNvSpPr/>
          <p:nvPr/>
        </p:nvSpPr>
        <p:spPr>
          <a:xfrm>
            <a:off x="1065265" y="3441335"/>
            <a:ext cx="2162640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Testing with Mailtrap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7963" y="3917305"/>
            <a:ext cx="1952987" cy="876389"/>
          </a:xfrm>
          <a:custGeom>
            <a:avLst/>
            <a:gdLst/>
            <a:ahLst/>
            <a:cxnLst/>
            <a:rect l="l" t="t" r="r" b="b"/>
            <a:pathLst>
              <a:path w="1952987" h="876389">
                <a:moveTo>
                  <a:pt x="75553" y="0"/>
                </a:moveTo>
                <a:lnTo>
                  <a:pt x="1877433" y="0"/>
                </a:lnTo>
                <a:cubicBezTo>
                  <a:pt x="1919160" y="0"/>
                  <a:pt x="1952987" y="33826"/>
                  <a:pt x="1952987" y="75553"/>
                </a:cubicBezTo>
                <a:lnTo>
                  <a:pt x="1952987" y="800835"/>
                </a:lnTo>
                <a:cubicBezTo>
                  <a:pt x="1952987" y="842562"/>
                  <a:pt x="1919160" y="876389"/>
                  <a:pt x="1877433" y="876389"/>
                </a:cubicBezTo>
                <a:lnTo>
                  <a:pt x="75553" y="876389"/>
                </a:lnTo>
                <a:cubicBezTo>
                  <a:pt x="33826" y="876389"/>
                  <a:pt x="0" y="842562"/>
                  <a:pt x="0" y="800835"/>
                </a:cubicBezTo>
                <a:lnTo>
                  <a:pt x="0" y="75553"/>
                </a:lnTo>
                <a:cubicBezTo>
                  <a:pt x="0" y="33826"/>
                  <a:pt x="33826" y="0"/>
                  <a:pt x="7555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42665" y="4034411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40638" y="14166"/>
                </a:moveTo>
                <a:cubicBezTo>
                  <a:pt x="26517" y="14166"/>
                  <a:pt x="14564" y="24524"/>
                  <a:pt x="12572" y="38469"/>
                </a:cubicBezTo>
                <a:lnTo>
                  <a:pt x="266" y="124482"/>
                </a:lnTo>
                <a:cubicBezTo>
                  <a:pt x="89" y="125810"/>
                  <a:pt x="0" y="127138"/>
                  <a:pt x="0" y="128510"/>
                </a:cubicBezTo>
                <a:lnTo>
                  <a:pt x="0" y="184155"/>
                </a:lnTo>
                <a:cubicBezTo>
                  <a:pt x="0" y="199782"/>
                  <a:pt x="12705" y="212486"/>
                  <a:pt x="28332" y="212486"/>
                </a:cubicBezTo>
                <a:lnTo>
                  <a:pt x="198321" y="212486"/>
                </a:lnTo>
                <a:cubicBezTo>
                  <a:pt x="213947" y="212486"/>
                  <a:pt x="226652" y="199782"/>
                  <a:pt x="226652" y="184155"/>
                </a:cubicBezTo>
                <a:lnTo>
                  <a:pt x="226652" y="128510"/>
                </a:lnTo>
                <a:cubicBezTo>
                  <a:pt x="226652" y="127182"/>
                  <a:pt x="226564" y="125810"/>
                  <a:pt x="226387" y="124482"/>
                </a:cubicBezTo>
                <a:lnTo>
                  <a:pt x="214080" y="38469"/>
                </a:lnTo>
                <a:cubicBezTo>
                  <a:pt x="212088" y="24524"/>
                  <a:pt x="200136" y="14166"/>
                  <a:pt x="186014" y="14166"/>
                </a:cubicBezTo>
                <a:lnTo>
                  <a:pt x="40638" y="14166"/>
                </a:lnTo>
                <a:close/>
                <a:moveTo>
                  <a:pt x="40638" y="42497"/>
                </a:moveTo>
                <a:lnTo>
                  <a:pt x="186058" y="42497"/>
                </a:lnTo>
                <a:lnTo>
                  <a:pt x="198188" y="127492"/>
                </a:lnTo>
                <a:lnTo>
                  <a:pt x="171671" y="127492"/>
                </a:lnTo>
                <a:cubicBezTo>
                  <a:pt x="166315" y="127492"/>
                  <a:pt x="161401" y="130502"/>
                  <a:pt x="159011" y="135327"/>
                </a:cubicBezTo>
                <a:lnTo>
                  <a:pt x="152680" y="147988"/>
                </a:lnTo>
                <a:cubicBezTo>
                  <a:pt x="150290" y="152769"/>
                  <a:pt x="145376" y="155823"/>
                  <a:pt x="140020" y="155823"/>
                </a:cubicBezTo>
                <a:lnTo>
                  <a:pt x="86721" y="155823"/>
                </a:lnTo>
                <a:cubicBezTo>
                  <a:pt x="81365" y="155823"/>
                  <a:pt x="76451" y="152813"/>
                  <a:pt x="74060" y="147988"/>
                </a:cubicBezTo>
                <a:lnTo>
                  <a:pt x="67730" y="135327"/>
                </a:lnTo>
                <a:cubicBezTo>
                  <a:pt x="65340" y="130546"/>
                  <a:pt x="60426" y="127492"/>
                  <a:pt x="55069" y="127492"/>
                </a:cubicBezTo>
                <a:lnTo>
                  <a:pt x="28464" y="127492"/>
                </a:lnTo>
                <a:lnTo>
                  <a:pt x="40638" y="42497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6" name="Text 34"/>
          <p:cNvSpPr/>
          <p:nvPr/>
        </p:nvSpPr>
        <p:spPr>
          <a:xfrm>
            <a:off x="662013" y="4336614"/>
            <a:ext cx="178488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Capture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6735" y="4525491"/>
            <a:ext cx="1775442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Intercept emails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655018" y="3917305"/>
            <a:ext cx="1952987" cy="876389"/>
          </a:xfrm>
          <a:custGeom>
            <a:avLst/>
            <a:gdLst/>
            <a:ahLst/>
            <a:cxnLst/>
            <a:rect l="l" t="t" r="r" b="b"/>
            <a:pathLst>
              <a:path w="1952987" h="876389">
                <a:moveTo>
                  <a:pt x="75553" y="0"/>
                </a:moveTo>
                <a:lnTo>
                  <a:pt x="1877433" y="0"/>
                </a:lnTo>
                <a:cubicBezTo>
                  <a:pt x="1919160" y="0"/>
                  <a:pt x="1952987" y="33826"/>
                  <a:pt x="1952987" y="75553"/>
                </a:cubicBezTo>
                <a:lnTo>
                  <a:pt x="1952987" y="800835"/>
                </a:lnTo>
                <a:cubicBezTo>
                  <a:pt x="1952987" y="842562"/>
                  <a:pt x="1919160" y="876389"/>
                  <a:pt x="1877433" y="876389"/>
                </a:cubicBezTo>
                <a:lnTo>
                  <a:pt x="75553" y="876389"/>
                </a:lnTo>
                <a:cubicBezTo>
                  <a:pt x="33826" y="876389"/>
                  <a:pt x="0" y="842562"/>
                  <a:pt x="0" y="800835"/>
                </a:cubicBezTo>
                <a:lnTo>
                  <a:pt x="0" y="75553"/>
                </a:lnTo>
                <a:cubicBezTo>
                  <a:pt x="0" y="33826"/>
                  <a:pt x="33826" y="0"/>
                  <a:pt x="7555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48169" y="4034411"/>
            <a:ext cx="169989" cy="226652"/>
          </a:xfrm>
          <a:custGeom>
            <a:avLst/>
            <a:gdLst/>
            <a:ahLst/>
            <a:cxnLst/>
            <a:rect l="l" t="t" r="r" b="b"/>
            <a:pathLst>
              <a:path w="169989" h="226652">
                <a:moveTo>
                  <a:pt x="110626" y="29571"/>
                </a:moveTo>
                <a:cubicBezTo>
                  <a:pt x="115230" y="23241"/>
                  <a:pt x="113813" y="14387"/>
                  <a:pt x="107483" y="9783"/>
                </a:cubicBezTo>
                <a:cubicBezTo>
                  <a:pt x="101152" y="5179"/>
                  <a:pt x="92299" y="6596"/>
                  <a:pt x="87695" y="12926"/>
                </a:cubicBezTo>
                <a:lnTo>
                  <a:pt x="40771" y="77425"/>
                </a:lnTo>
                <a:lnTo>
                  <a:pt x="24170" y="60824"/>
                </a:lnTo>
                <a:cubicBezTo>
                  <a:pt x="18637" y="55291"/>
                  <a:pt x="9650" y="55291"/>
                  <a:pt x="4117" y="60824"/>
                </a:cubicBezTo>
                <a:cubicBezTo>
                  <a:pt x="-1417" y="66358"/>
                  <a:pt x="-1417" y="75344"/>
                  <a:pt x="4117" y="80878"/>
                </a:cubicBezTo>
                <a:lnTo>
                  <a:pt x="32448" y="109209"/>
                </a:lnTo>
                <a:cubicBezTo>
                  <a:pt x="35370" y="112131"/>
                  <a:pt x="39443" y="113636"/>
                  <a:pt x="43560" y="113326"/>
                </a:cubicBezTo>
                <a:cubicBezTo>
                  <a:pt x="47677" y="113016"/>
                  <a:pt x="51484" y="110891"/>
                  <a:pt x="53918" y="107527"/>
                </a:cubicBezTo>
                <a:lnTo>
                  <a:pt x="110581" y="29615"/>
                </a:lnTo>
                <a:close/>
                <a:moveTo>
                  <a:pt x="167289" y="89776"/>
                </a:moveTo>
                <a:cubicBezTo>
                  <a:pt x="171893" y="83445"/>
                  <a:pt x="170476" y="74592"/>
                  <a:pt x="164146" y="69988"/>
                </a:cubicBezTo>
                <a:cubicBezTo>
                  <a:pt x="157815" y="65384"/>
                  <a:pt x="148962" y="66800"/>
                  <a:pt x="144358" y="73131"/>
                </a:cubicBezTo>
                <a:lnTo>
                  <a:pt x="69102" y="176585"/>
                </a:lnTo>
                <a:lnTo>
                  <a:pt x="38336" y="145819"/>
                </a:lnTo>
                <a:cubicBezTo>
                  <a:pt x="32803" y="140285"/>
                  <a:pt x="23816" y="140285"/>
                  <a:pt x="18283" y="145819"/>
                </a:cubicBezTo>
                <a:cubicBezTo>
                  <a:pt x="12749" y="151352"/>
                  <a:pt x="12749" y="160339"/>
                  <a:pt x="18283" y="165872"/>
                </a:cubicBezTo>
                <a:lnTo>
                  <a:pt x="60780" y="208370"/>
                </a:lnTo>
                <a:cubicBezTo>
                  <a:pt x="63702" y="211291"/>
                  <a:pt x="67774" y="212796"/>
                  <a:pt x="71891" y="212486"/>
                </a:cubicBezTo>
                <a:cubicBezTo>
                  <a:pt x="76008" y="212177"/>
                  <a:pt x="79815" y="210052"/>
                  <a:pt x="82250" y="206687"/>
                </a:cubicBezTo>
                <a:lnTo>
                  <a:pt x="167245" y="8982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0" name="Text 38"/>
          <p:cNvSpPr/>
          <p:nvPr/>
        </p:nvSpPr>
        <p:spPr>
          <a:xfrm>
            <a:off x="2739068" y="4336614"/>
            <a:ext cx="178488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Verify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743790" y="4525491"/>
            <a:ext cx="1775442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templates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32191" y="3917305"/>
            <a:ext cx="1952987" cy="876389"/>
          </a:xfrm>
          <a:custGeom>
            <a:avLst/>
            <a:gdLst/>
            <a:ahLst/>
            <a:cxnLst/>
            <a:rect l="l" t="t" r="r" b="b"/>
            <a:pathLst>
              <a:path w="1952987" h="876389">
                <a:moveTo>
                  <a:pt x="75553" y="0"/>
                </a:moveTo>
                <a:lnTo>
                  <a:pt x="1877433" y="0"/>
                </a:lnTo>
                <a:cubicBezTo>
                  <a:pt x="1919160" y="0"/>
                  <a:pt x="1952987" y="33826"/>
                  <a:pt x="1952987" y="75553"/>
                </a:cubicBezTo>
                <a:lnTo>
                  <a:pt x="1952987" y="800835"/>
                </a:lnTo>
                <a:cubicBezTo>
                  <a:pt x="1952987" y="842562"/>
                  <a:pt x="1919160" y="876389"/>
                  <a:pt x="1877433" y="876389"/>
                </a:cubicBezTo>
                <a:lnTo>
                  <a:pt x="75553" y="876389"/>
                </a:lnTo>
                <a:cubicBezTo>
                  <a:pt x="33826" y="876389"/>
                  <a:pt x="0" y="842562"/>
                  <a:pt x="0" y="800835"/>
                </a:cubicBezTo>
                <a:lnTo>
                  <a:pt x="0" y="75553"/>
                </a:lnTo>
                <a:cubicBezTo>
                  <a:pt x="0" y="33826"/>
                  <a:pt x="33826" y="0"/>
                  <a:pt x="7555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82727" y="4034411"/>
            <a:ext cx="254984" cy="226652"/>
          </a:xfrm>
          <a:custGeom>
            <a:avLst/>
            <a:gdLst/>
            <a:ahLst/>
            <a:cxnLst/>
            <a:rect l="l" t="t" r="r" b="b"/>
            <a:pathLst>
              <a:path w="254984" h="226652">
                <a:moveTo>
                  <a:pt x="84995" y="42497"/>
                </a:moveTo>
                <a:cubicBezTo>
                  <a:pt x="84995" y="19035"/>
                  <a:pt x="104030" y="0"/>
                  <a:pt x="127492" y="0"/>
                </a:cubicBezTo>
                <a:cubicBezTo>
                  <a:pt x="150954" y="0"/>
                  <a:pt x="169989" y="19035"/>
                  <a:pt x="169989" y="42497"/>
                </a:cubicBezTo>
                <a:lnTo>
                  <a:pt x="169989" y="44091"/>
                </a:lnTo>
                <a:cubicBezTo>
                  <a:pt x="169989" y="51041"/>
                  <a:pt x="164367" y="56663"/>
                  <a:pt x="157417" y="56663"/>
                </a:cubicBezTo>
                <a:lnTo>
                  <a:pt x="97611" y="56663"/>
                </a:lnTo>
                <a:cubicBezTo>
                  <a:pt x="90661" y="56663"/>
                  <a:pt x="85039" y="51041"/>
                  <a:pt x="85039" y="44091"/>
                </a:cubicBezTo>
                <a:lnTo>
                  <a:pt x="85039" y="42497"/>
                </a:lnTo>
                <a:close/>
                <a:moveTo>
                  <a:pt x="237985" y="48164"/>
                </a:moveTo>
                <a:cubicBezTo>
                  <a:pt x="242677" y="54405"/>
                  <a:pt x="241393" y="63303"/>
                  <a:pt x="235152" y="67996"/>
                </a:cubicBezTo>
                <a:lnTo>
                  <a:pt x="191858" y="100444"/>
                </a:lnTo>
                <a:cubicBezTo>
                  <a:pt x="194204" y="104384"/>
                  <a:pt x="195974" y="108722"/>
                  <a:pt x="197081" y="113326"/>
                </a:cubicBezTo>
                <a:lnTo>
                  <a:pt x="240818" y="113326"/>
                </a:lnTo>
                <a:cubicBezTo>
                  <a:pt x="248653" y="113326"/>
                  <a:pt x="254984" y="119656"/>
                  <a:pt x="254984" y="127492"/>
                </a:cubicBezTo>
                <a:cubicBezTo>
                  <a:pt x="254984" y="135327"/>
                  <a:pt x="248653" y="141658"/>
                  <a:pt x="240818" y="141658"/>
                </a:cubicBezTo>
                <a:lnTo>
                  <a:pt x="198321" y="141658"/>
                </a:lnTo>
                <a:lnTo>
                  <a:pt x="198321" y="155823"/>
                </a:lnTo>
                <a:cubicBezTo>
                  <a:pt x="198321" y="156974"/>
                  <a:pt x="198276" y="158170"/>
                  <a:pt x="198232" y="159321"/>
                </a:cubicBezTo>
                <a:lnTo>
                  <a:pt x="235152" y="186988"/>
                </a:lnTo>
                <a:cubicBezTo>
                  <a:pt x="241393" y="191680"/>
                  <a:pt x="242677" y="200578"/>
                  <a:pt x="237985" y="206820"/>
                </a:cubicBezTo>
                <a:cubicBezTo>
                  <a:pt x="233292" y="213062"/>
                  <a:pt x="224395" y="214346"/>
                  <a:pt x="218153" y="209653"/>
                </a:cubicBezTo>
                <a:lnTo>
                  <a:pt x="190220" y="188715"/>
                </a:lnTo>
                <a:cubicBezTo>
                  <a:pt x="179949" y="208281"/>
                  <a:pt x="160781" y="222447"/>
                  <a:pt x="138116" y="225855"/>
                </a:cubicBezTo>
                <a:lnTo>
                  <a:pt x="138116" y="123950"/>
                </a:lnTo>
                <a:cubicBezTo>
                  <a:pt x="138116" y="118063"/>
                  <a:pt x="133380" y="113326"/>
                  <a:pt x="127492" y="113326"/>
                </a:cubicBezTo>
                <a:cubicBezTo>
                  <a:pt x="121604" y="113326"/>
                  <a:pt x="116868" y="118063"/>
                  <a:pt x="116868" y="123950"/>
                </a:cubicBezTo>
                <a:lnTo>
                  <a:pt x="116868" y="225855"/>
                </a:lnTo>
                <a:cubicBezTo>
                  <a:pt x="94202" y="222447"/>
                  <a:pt x="75034" y="208281"/>
                  <a:pt x="64764" y="188715"/>
                </a:cubicBezTo>
                <a:lnTo>
                  <a:pt x="36831" y="209653"/>
                </a:lnTo>
                <a:cubicBezTo>
                  <a:pt x="30589" y="214346"/>
                  <a:pt x="21691" y="213062"/>
                  <a:pt x="16999" y="206820"/>
                </a:cubicBezTo>
                <a:cubicBezTo>
                  <a:pt x="12307" y="200578"/>
                  <a:pt x="13590" y="191680"/>
                  <a:pt x="19832" y="186988"/>
                </a:cubicBezTo>
                <a:lnTo>
                  <a:pt x="56752" y="159321"/>
                </a:lnTo>
                <a:cubicBezTo>
                  <a:pt x="56707" y="158170"/>
                  <a:pt x="56663" y="157019"/>
                  <a:pt x="56663" y="155823"/>
                </a:cubicBezTo>
                <a:lnTo>
                  <a:pt x="56663" y="141658"/>
                </a:lnTo>
                <a:lnTo>
                  <a:pt x="14166" y="141658"/>
                </a:lnTo>
                <a:cubicBezTo>
                  <a:pt x="6330" y="141658"/>
                  <a:pt x="0" y="135327"/>
                  <a:pt x="0" y="127492"/>
                </a:cubicBezTo>
                <a:cubicBezTo>
                  <a:pt x="0" y="119656"/>
                  <a:pt x="6330" y="113326"/>
                  <a:pt x="14166" y="113326"/>
                </a:cubicBezTo>
                <a:lnTo>
                  <a:pt x="57903" y="113326"/>
                </a:lnTo>
                <a:cubicBezTo>
                  <a:pt x="59009" y="108722"/>
                  <a:pt x="60780" y="104384"/>
                  <a:pt x="63126" y="100444"/>
                </a:cubicBezTo>
                <a:lnTo>
                  <a:pt x="19832" y="67996"/>
                </a:lnTo>
                <a:cubicBezTo>
                  <a:pt x="13590" y="63303"/>
                  <a:pt x="12307" y="54405"/>
                  <a:pt x="16999" y="48164"/>
                </a:cubicBezTo>
                <a:cubicBezTo>
                  <a:pt x="21691" y="41922"/>
                  <a:pt x="30589" y="40638"/>
                  <a:pt x="36831" y="45330"/>
                </a:cubicBezTo>
                <a:lnTo>
                  <a:pt x="84995" y="81453"/>
                </a:lnTo>
                <a:cubicBezTo>
                  <a:pt x="90440" y="79195"/>
                  <a:pt x="96416" y="77912"/>
                  <a:pt x="102702" y="77912"/>
                </a:cubicBezTo>
                <a:lnTo>
                  <a:pt x="152282" y="77912"/>
                </a:lnTo>
                <a:cubicBezTo>
                  <a:pt x="158568" y="77912"/>
                  <a:pt x="164544" y="79151"/>
                  <a:pt x="169989" y="81453"/>
                </a:cubicBezTo>
                <a:lnTo>
                  <a:pt x="218153" y="45330"/>
                </a:lnTo>
                <a:cubicBezTo>
                  <a:pt x="224395" y="40638"/>
                  <a:pt x="233292" y="41922"/>
                  <a:pt x="237985" y="48164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4" name="Text 42"/>
          <p:cNvSpPr/>
          <p:nvPr/>
        </p:nvSpPr>
        <p:spPr>
          <a:xfrm>
            <a:off x="4816241" y="4336614"/>
            <a:ext cx="178488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 Issues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820963" y="4525491"/>
            <a:ext cx="1775442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 email bugs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531" y="5148666"/>
            <a:ext cx="6504918" cy="1707447"/>
          </a:xfrm>
          <a:custGeom>
            <a:avLst/>
            <a:gdLst/>
            <a:ahLst/>
            <a:cxnLst/>
            <a:rect l="l" t="t" r="r" b="b"/>
            <a:pathLst>
              <a:path w="6504918" h="1707447">
                <a:moveTo>
                  <a:pt x="151109" y="0"/>
                </a:moveTo>
                <a:lnTo>
                  <a:pt x="6353809" y="0"/>
                </a:lnTo>
                <a:cubicBezTo>
                  <a:pt x="6437265" y="0"/>
                  <a:pt x="6504918" y="67654"/>
                  <a:pt x="6504918" y="151109"/>
                </a:cubicBezTo>
                <a:lnTo>
                  <a:pt x="6504918" y="1556338"/>
                </a:lnTo>
                <a:cubicBezTo>
                  <a:pt x="6504918" y="1639793"/>
                  <a:pt x="6437265" y="1707447"/>
                  <a:pt x="6353809" y="1707447"/>
                </a:cubicBezTo>
                <a:lnTo>
                  <a:pt x="151109" y="1707447"/>
                </a:lnTo>
                <a:cubicBezTo>
                  <a:pt x="67654" y="1707447"/>
                  <a:pt x="0" y="1639793"/>
                  <a:pt x="0" y="1556338"/>
                </a:cubicBezTo>
                <a:lnTo>
                  <a:pt x="0" y="151109"/>
                </a:lnTo>
                <a:cubicBezTo>
                  <a:pt x="0" y="67654"/>
                  <a:pt x="67654" y="0"/>
                  <a:pt x="15110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4186" y="5341318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80429" y="5445200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84995" y="0"/>
                </a:moveTo>
                <a:cubicBezTo>
                  <a:pt x="89875" y="0"/>
                  <a:pt x="94357" y="2689"/>
                  <a:pt x="96681" y="6972"/>
                </a:cubicBezTo>
                <a:lnTo>
                  <a:pt x="168396" y="139776"/>
                </a:lnTo>
                <a:cubicBezTo>
                  <a:pt x="170620" y="143893"/>
                  <a:pt x="170520" y="148873"/>
                  <a:pt x="168130" y="152891"/>
                </a:cubicBezTo>
                <a:cubicBezTo>
                  <a:pt x="165739" y="156908"/>
                  <a:pt x="161390" y="159365"/>
                  <a:pt x="156709" y="159365"/>
                </a:cubicBezTo>
                <a:lnTo>
                  <a:pt x="13280" y="159365"/>
                </a:lnTo>
                <a:cubicBezTo>
                  <a:pt x="8599" y="159365"/>
                  <a:pt x="4283" y="156908"/>
                  <a:pt x="1859" y="152891"/>
                </a:cubicBezTo>
                <a:cubicBezTo>
                  <a:pt x="-564" y="148873"/>
                  <a:pt x="-631" y="143893"/>
                  <a:pt x="1594" y="139776"/>
                </a:cubicBezTo>
                <a:lnTo>
                  <a:pt x="73308" y="6972"/>
                </a:lnTo>
                <a:cubicBezTo>
                  <a:pt x="75632" y="2689"/>
                  <a:pt x="80114" y="0"/>
                  <a:pt x="84995" y="0"/>
                </a:cubicBezTo>
                <a:close/>
                <a:moveTo>
                  <a:pt x="84995" y="55778"/>
                </a:moveTo>
                <a:cubicBezTo>
                  <a:pt x="80579" y="55778"/>
                  <a:pt x="77026" y="59330"/>
                  <a:pt x="77026" y="63746"/>
                </a:cubicBezTo>
                <a:lnTo>
                  <a:pt x="77026" y="100931"/>
                </a:lnTo>
                <a:cubicBezTo>
                  <a:pt x="77026" y="105347"/>
                  <a:pt x="80579" y="108899"/>
                  <a:pt x="84995" y="108899"/>
                </a:cubicBezTo>
                <a:cubicBezTo>
                  <a:pt x="89410" y="108899"/>
                  <a:pt x="92963" y="105347"/>
                  <a:pt x="92963" y="100931"/>
                </a:cubicBezTo>
                <a:lnTo>
                  <a:pt x="92963" y="63746"/>
                </a:lnTo>
                <a:cubicBezTo>
                  <a:pt x="92963" y="59330"/>
                  <a:pt x="89410" y="55778"/>
                  <a:pt x="84995" y="55778"/>
                </a:cubicBezTo>
                <a:close/>
                <a:moveTo>
                  <a:pt x="93859" y="127492"/>
                </a:moveTo>
                <a:cubicBezTo>
                  <a:pt x="94061" y="124201"/>
                  <a:pt x="92420" y="121071"/>
                  <a:pt x="89599" y="119365"/>
                </a:cubicBezTo>
                <a:cubicBezTo>
                  <a:pt x="86778" y="117658"/>
                  <a:pt x="83244" y="117658"/>
                  <a:pt x="80423" y="119365"/>
                </a:cubicBezTo>
                <a:cubicBezTo>
                  <a:pt x="77602" y="121071"/>
                  <a:pt x="75961" y="124201"/>
                  <a:pt x="76163" y="127492"/>
                </a:cubicBezTo>
                <a:cubicBezTo>
                  <a:pt x="75961" y="130782"/>
                  <a:pt x="77602" y="133913"/>
                  <a:pt x="80423" y="135619"/>
                </a:cubicBezTo>
                <a:cubicBezTo>
                  <a:pt x="83244" y="137325"/>
                  <a:pt x="86778" y="137325"/>
                  <a:pt x="89599" y="135619"/>
                </a:cubicBezTo>
                <a:cubicBezTo>
                  <a:pt x="92420" y="133913"/>
                  <a:pt x="94061" y="130782"/>
                  <a:pt x="93859" y="12749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Text 47"/>
          <p:cNvSpPr/>
          <p:nvPr/>
        </p:nvSpPr>
        <p:spPr>
          <a:xfrm>
            <a:off x="1065265" y="5397981"/>
            <a:ext cx="2190971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 &amp; Bug Fixing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7010" y="5877728"/>
            <a:ext cx="515634" cy="515634"/>
          </a:xfrm>
          <a:custGeom>
            <a:avLst/>
            <a:gdLst/>
            <a:ahLst/>
            <a:cxnLst/>
            <a:rect l="l" t="t" r="r" b="b"/>
            <a:pathLst>
              <a:path w="515634" h="515634">
                <a:moveTo>
                  <a:pt x="257817" y="0"/>
                </a:moveTo>
                <a:lnTo>
                  <a:pt x="257817" y="0"/>
                </a:lnTo>
                <a:cubicBezTo>
                  <a:pt x="400110" y="0"/>
                  <a:pt x="515634" y="115524"/>
                  <a:pt x="515634" y="257817"/>
                </a:cubicBezTo>
                <a:lnTo>
                  <a:pt x="515634" y="257817"/>
                </a:lnTo>
                <a:cubicBezTo>
                  <a:pt x="515634" y="400110"/>
                  <a:pt x="400110" y="515634"/>
                  <a:pt x="257817" y="515634"/>
                </a:cubicBezTo>
                <a:lnTo>
                  <a:pt x="257817" y="515634"/>
                </a:lnTo>
                <a:cubicBezTo>
                  <a:pt x="115524" y="515634"/>
                  <a:pt x="0" y="400110"/>
                  <a:pt x="0" y="257817"/>
                </a:cubicBezTo>
                <a:lnTo>
                  <a:pt x="0" y="257817"/>
                </a:lnTo>
                <a:cubicBezTo>
                  <a:pt x="0" y="115524"/>
                  <a:pt x="115524" y="0"/>
                  <a:pt x="25781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2032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9444" y="6040162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53462" y="76731"/>
                </a:moveTo>
                <a:cubicBezTo>
                  <a:pt x="153462" y="93664"/>
                  <a:pt x="147966" y="109305"/>
                  <a:pt x="138706" y="121995"/>
                </a:cubicBezTo>
                <a:lnTo>
                  <a:pt x="185409" y="168735"/>
                </a:lnTo>
                <a:cubicBezTo>
                  <a:pt x="190020" y="173346"/>
                  <a:pt x="190020" y="180835"/>
                  <a:pt x="185409" y="185446"/>
                </a:cubicBezTo>
                <a:cubicBezTo>
                  <a:pt x="180798" y="190057"/>
                  <a:pt x="173309" y="190057"/>
                  <a:pt x="168698" y="185446"/>
                </a:cubicBezTo>
                <a:lnTo>
                  <a:pt x="121995" y="138706"/>
                </a:lnTo>
                <a:cubicBezTo>
                  <a:pt x="109305" y="147966"/>
                  <a:pt x="93664" y="153462"/>
                  <a:pt x="76731" y="153462"/>
                </a:cubicBezTo>
                <a:cubicBezTo>
                  <a:pt x="34345" y="153462"/>
                  <a:pt x="0" y="119118"/>
                  <a:pt x="0" y="76731"/>
                </a:cubicBezTo>
                <a:cubicBezTo>
                  <a:pt x="0" y="34345"/>
                  <a:pt x="34345" y="0"/>
                  <a:pt x="76731" y="0"/>
                </a:cubicBezTo>
                <a:cubicBezTo>
                  <a:pt x="119118" y="0"/>
                  <a:pt x="153462" y="34345"/>
                  <a:pt x="153462" y="76731"/>
                </a:cubicBezTo>
                <a:close/>
                <a:moveTo>
                  <a:pt x="76731" y="129853"/>
                </a:moveTo>
                <a:cubicBezTo>
                  <a:pt x="106050" y="129853"/>
                  <a:pt x="129853" y="106050"/>
                  <a:pt x="129853" y="76731"/>
                </a:cubicBezTo>
                <a:cubicBezTo>
                  <a:pt x="129853" y="47413"/>
                  <a:pt x="106050" y="23610"/>
                  <a:pt x="76731" y="23610"/>
                </a:cubicBezTo>
                <a:cubicBezTo>
                  <a:pt x="47413" y="23610"/>
                  <a:pt x="23610" y="47413"/>
                  <a:pt x="23610" y="76731"/>
                </a:cubicBezTo>
                <a:cubicBezTo>
                  <a:pt x="23610" y="106050"/>
                  <a:pt x="47413" y="129853"/>
                  <a:pt x="76731" y="12985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2" name="Text 50"/>
          <p:cNvSpPr/>
          <p:nvPr/>
        </p:nvSpPr>
        <p:spPr>
          <a:xfrm>
            <a:off x="776402" y="6474579"/>
            <a:ext cx="59496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832578" y="6172376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85409" y="102776"/>
                </a:moveTo>
                <a:cubicBezTo>
                  <a:pt x="190020" y="98164"/>
                  <a:pt x="190020" y="90676"/>
                  <a:pt x="185409" y="86064"/>
                </a:cubicBezTo>
                <a:lnTo>
                  <a:pt x="126385" y="27040"/>
                </a:lnTo>
                <a:cubicBezTo>
                  <a:pt x="121774" y="22429"/>
                  <a:pt x="114285" y="22429"/>
                  <a:pt x="109674" y="27040"/>
                </a:cubicBezTo>
                <a:cubicBezTo>
                  <a:pt x="105063" y="31652"/>
                  <a:pt x="105063" y="39140"/>
                  <a:pt x="109674" y="43752"/>
                </a:cubicBezTo>
                <a:lnTo>
                  <a:pt x="148556" y="82634"/>
                </a:lnTo>
                <a:lnTo>
                  <a:pt x="11805" y="82634"/>
                </a:lnTo>
                <a:cubicBezTo>
                  <a:pt x="5275" y="82634"/>
                  <a:pt x="0" y="87909"/>
                  <a:pt x="0" y="94438"/>
                </a:cubicBezTo>
                <a:cubicBezTo>
                  <a:pt x="0" y="100968"/>
                  <a:pt x="5275" y="106243"/>
                  <a:pt x="11805" y="106243"/>
                </a:cubicBezTo>
                <a:lnTo>
                  <a:pt x="148556" y="106243"/>
                </a:lnTo>
                <a:lnTo>
                  <a:pt x="109674" y="145125"/>
                </a:lnTo>
                <a:cubicBezTo>
                  <a:pt x="105063" y="149737"/>
                  <a:pt x="105063" y="157225"/>
                  <a:pt x="109674" y="161836"/>
                </a:cubicBezTo>
                <a:cubicBezTo>
                  <a:pt x="114285" y="166448"/>
                  <a:pt x="121774" y="166448"/>
                  <a:pt x="126385" y="161836"/>
                </a:cubicBezTo>
                <a:lnTo>
                  <a:pt x="185409" y="10281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4" name="Shape 52"/>
          <p:cNvSpPr/>
          <p:nvPr/>
        </p:nvSpPr>
        <p:spPr>
          <a:xfrm>
            <a:off x="2523158" y="5877728"/>
            <a:ext cx="515634" cy="515634"/>
          </a:xfrm>
          <a:custGeom>
            <a:avLst/>
            <a:gdLst/>
            <a:ahLst/>
            <a:cxnLst/>
            <a:rect l="l" t="t" r="r" b="b"/>
            <a:pathLst>
              <a:path w="515634" h="515634">
                <a:moveTo>
                  <a:pt x="257817" y="0"/>
                </a:moveTo>
                <a:lnTo>
                  <a:pt x="257817" y="0"/>
                </a:lnTo>
                <a:cubicBezTo>
                  <a:pt x="400110" y="0"/>
                  <a:pt x="515634" y="115524"/>
                  <a:pt x="515634" y="257817"/>
                </a:cubicBezTo>
                <a:lnTo>
                  <a:pt x="515634" y="257817"/>
                </a:lnTo>
                <a:cubicBezTo>
                  <a:pt x="515634" y="400110"/>
                  <a:pt x="400110" y="515634"/>
                  <a:pt x="257817" y="515634"/>
                </a:cubicBezTo>
                <a:lnTo>
                  <a:pt x="257817" y="515634"/>
                </a:lnTo>
                <a:cubicBezTo>
                  <a:pt x="115524" y="515634"/>
                  <a:pt x="0" y="400110"/>
                  <a:pt x="0" y="257817"/>
                </a:cubicBezTo>
                <a:lnTo>
                  <a:pt x="0" y="257817"/>
                </a:lnTo>
                <a:cubicBezTo>
                  <a:pt x="0" y="115524"/>
                  <a:pt x="115524" y="0"/>
                  <a:pt x="257817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w="20320">
            <a:solidFill>
              <a:srgbClr val="F6AD55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73788" y="6040162"/>
            <a:ext cx="212486" cy="188877"/>
          </a:xfrm>
          <a:custGeom>
            <a:avLst/>
            <a:gdLst/>
            <a:ahLst/>
            <a:cxnLst/>
            <a:rect l="l" t="t" r="r" b="b"/>
            <a:pathLst>
              <a:path w="212486" h="188877">
                <a:moveTo>
                  <a:pt x="187918" y="36374"/>
                </a:moveTo>
                <a:cubicBezTo>
                  <a:pt x="190721" y="33570"/>
                  <a:pt x="195406" y="34271"/>
                  <a:pt x="196808" y="37960"/>
                </a:cubicBezTo>
                <a:cubicBezTo>
                  <a:pt x="199317" y="44489"/>
                  <a:pt x="200682" y="51609"/>
                  <a:pt x="200682" y="59024"/>
                </a:cubicBezTo>
                <a:cubicBezTo>
                  <a:pt x="200682" y="91635"/>
                  <a:pt x="174268" y="118048"/>
                  <a:pt x="141658" y="118048"/>
                </a:cubicBezTo>
                <a:cubicBezTo>
                  <a:pt x="135202" y="118048"/>
                  <a:pt x="128967" y="117015"/>
                  <a:pt x="123139" y="115097"/>
                </a:cubicBezTo>
                <a:lnTo>
                  <a:pt x="54191" y="184044"/>
                </a:lnTo>
                <a:cubicBezTo>
                  <a:pt x="43825" y="194410"/>
                  <a:pt x="27003" y="194410"/>
                  <a:pt x="16637" y="184044"/>
                </a:cubicBezTo>
                <a:cubicBezTo>
                  <a:pt x="6271" y="173678"/>
                  <a:pt x="6271" y="156856"/>
                  <a:pt x="16637" y="146490"/>
                </a:cubicBezTo>
                <a:lnTo>
                  <a:pt x="85585" y="77543"/>
                </a:lnTo>
                <a:cubicBezTo>
                  <a:pt x="83667" y="71714"/>
                  <a:pt x="82634" y="65517"/>
                  <a:pt x="82634" y="59024"/>
                </a:cubicBezTo>
                <a:cubicBezTo>
                  <a:pt x="82634" y="26413"/>
                  <a:pt x="109047" y="0"/>
                  <a:pt x="141658" y="0"/>
                </a:cubicBezTo>
                <a:cubicBezTo>
                  <a:pt x="149073" y="0"/>
                  <a:pt x="156192" y="1365"/>
                  <a:pt x="162722" y="3873"/>
                </a:cubicBezTo>
                <a:cubicBezTo>
                  <a:pt x="166411" y="5275"/>
                  <a:pt x="167075" y="9960"/>
                  <a:pt x="164308" y="12764"/>
                </a:cubicBezTo>
                <a:lnTo>
                  <a:pt x="131587" y="45485"/>
                </a:lnTo>
                <a:cubicBezTo>
                  <a:pt x="130480" y="46592"/>
                  <a:pt x="129853" y="48105"/>
                  <a:pt x="129853" y="49654"/>
                </a:cubicBezTo>
                <a:lnTo>
                  <a:pt x="129853" y="64926"/>
                </a:lnTo>
                <a:cubicBezTo>
                  <a:pt x="129853" y="68173"/>
                  <a:pt x="132509" y="70829"/>
                  <a:pt x="135755" y="70829"/>
                </a:cubicBezTo>
                <a:lnTo>
                  <a:pt x="151028" y="70829"/>
                </a:lnTo>
                <a:cubicBezTo>
                  <a:pt x="152577" y="70829"/>
                  <a:pt x="154090" y="70202"/>
                  <a:pt x="155196" y="69095"/>
                </a:cubicBezTo>
                <a:lnTo>
                  <a:pt x="187918" y="3637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6" name="Text 54"/>
          <p:cNvSpPr/>
          <p:nvPr/>
        </p:nvSpPr>
        <p:spPr>
          <a:xfrm>
            <a:off x="2482550" y="6474579"/>
            <a:ext cx="59496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538726" y="6172376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85409" y="102776"/>
                </a:moveTo>
                <a:cubicBezTo>
                  <a:pt x="190020" y="98164"/>
                  <a:pt x="190020" y="90676"/>
                  <a:pt x="185409" y="86064"/>
                </a:cubicBezTo>
                <a:lnTo>
                  <a:pt x="126385" y="27040"/>
                </a:lnTo>
                <a:cubicBezTo>
                  <a:pt x="121774" y="22429"/>
                  <a:pt x="114285" y="22429"/>
                  <a:pt x="109674" y="27040"/>
                </a:cubicBezTo>
                <a:cubicBezTo>
                  <a:pt x="105063" y="31652"/>
                  <a:pt x="105063" y="39140"/>
                  <a:pt x="109674" y="43752"/>
                </a:cubicBezTo>
                <a:lnTo>
                  <a:pt x="148556" y="82634"/>
                </a:lnTo>
                <a:lnTo>
                  <a:pt x="11805" y="82634"/>
                </a:lnTo>
                <a:cubicBezTo>
                  <a:pt x="5275" y="82634"/>
                  <a:pt x="0" y="87909"/>
                  <a:pt x="0" y="94438"/>
                </a:cubicBezTo>
                <a:cubicBezTo>
                  <a:pt x="0" y="100968"/>
                  <a:pt x="5275" y="106243"/>
                  <a:pt x="11805" y="106243"/>
                </a:cubicBezTo>
                <a:lnTo>
                  <a:pt x="148556" y="106243"/>
                </a:lnTo>
                <a:lnTo>
                  <a:pt x="109674" y="145125"/>
                </a:lnTo>
                <a:cubicBezTo>
                  <a:pt x="105063" y="149737"/>
                  <a:pt x="105063" y="157225"/>
                  <a:pt x="109674" y="161836"/>
                </a:cubicBezTo>
                <a:cubicBezTo>
                  <a:pt x="114285" y="166448"/>
                  <a:pt x="121774" y="166448"/>
                  <a:pt x="126385" y="161836"/>
                </a:cubicBezTo>
                <a:lnTo>
                  <a:pt x="185409" y="10281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8" name="Shape 56"/>
          <p:cNvSpPr/>
          <p:nvPr/>
        </p:nvSpPr>
        <p:spPr>
          <a:xfrm>
            <a:off x="4229425" y="5877728"/>
            <a:ext cx="515634" cy="515634"/>
          </a:xfrm>
          <a:custGeom>
            <a:avLst/>
            <a:gdLst/>
            <a:ahLst/>
            <a:cxnLst/>
            <a:rect l="l" t="t" r="r" b="b"/>
            <a:pathLst>
              <a:path w="515634" h="515634">
                <a:moveTo>
                  <a:pt x="257817" y="0"/>
                </a:moveTo>
                <a:lnTo>
                  <a:pt x="257817" y="0"/>
                </a:lnTo>
                <a:cubicBezTo>
                  <a:pt x="400110" y="0"/>
                  <a:pt x="515634" y="115524"/>
                  <a:pt x="515634" y="257817"/>
                </a:cubicBezTo>
                <a:lnTo>
                  <a:pt x="515634" y="257817"/>
                </a:lnTo>
                <a:cubicBezTo>
                  <a:pt x="515634" y="400110"/>
                  <a:pt x="400110" y="515634"/>
                  <a:pt x="257817" y="515634"/>
                </a:cubicBezTo>
                <a:lnTo>
                  <a:pt x="257817" y="515634"/>
                </a:lnTo>
                <a:cubicBezTo>
                  <a:pt x="115524" y="515634"/>
                  <a:pt x="0" y="400110"/>
                  <a:pt x="0" y="257817"/>
                </a:cubicBezTo>
                <a:lnTo>
                  <a:pt x="0" y="257817"/>
                </a:lnTo>
                <a:cubicBezTo>
                  <a:pt x="0" y="115524"/>
                  <a:pt x="115524" y="0"/>
                  <a:pt x="25781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2032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391859" y="6040162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61099" y="27557"/>
                </a:moveTo>
                <a:lnTo>
                  <a:pt x="165267" y="31504"/>
                </a:lnTo>
                <a:lnTo>
                  <a:pt x="165267" y="11805"/>
                </a:lnTo>
                <a:cubicBezTo>
                  <a:pt x="165267" y="5275"/>
                  <a:pt x="170543" y="0"/>
                  <a:pt x="177072" y="0"/>
                </a:cubicBezTo>
                <a:cubicBezTo>
                  <a:pt x="183602" y="0"/>
                  <a:pt x="188877" y="5275"/>
                  <a:pt x="188877" y="11805"/>
                </a:cubicBezTo>
                <a:lnTo>
                  <a:pt x="188877" y="59024"/>
                </a:lnTo>
                <a:cubicBezTo>
                  <a:pt x="188877" y="65554"/>
                  <a:pt x="183602" y="70829"/>
                  <a:pt x="177072" y="70829"/>
                </a:cubicBezTo>
                <a:lnTo>
                  <a:pt x="129853" y="70829"/>
                </a:lnTo>
                <a:cubicBezTo>
                  <a:pt x="123323" y="70829"/>
                  <a:pt x="118048" y="65554"/>
                  <a:pt x="118048" y="59024"/>
                </a:cubicBezTo>
                <a:cubicBezTo>
                  <a:pt x="118048" y="52494"/>
                  <a:pt x="123323" y="47219"/>
                  <a:pt x="129853" y="47219"/>
                </a:cubicBezTo>
                <a:lnTo>
                  <a:pt x="147523" y="47219"/>
                </a:lnTo>
                <a:lnTo>
                  <a:pt x="144720" y="44563"/>
                </a:lnTo>
                <a:cubicBezTo>
                  <a:pt x="144646" y="44489"/>
                  <a:pt x="144572" y="44416"/>
                  <a:pt x="144498" y="44342"/>
                </a:cubicBezTo>
                <a:cubicBezTo>
                  <a:pt x="116831" y="16674"/>
                  <a:pt x="72009" y="16674"/>
                  <a:pt x="44342" y="44342"/>
                </a:cubicBezTo>
                <a:cubicBezTo>
                  <a:pt x="16674" y="72009"/>
                  <a:pt x="16674" y="116831"/>
                  <a:pt x="44342" y="144498"/>
                </a:cubicBezTo>
                <a:cubicBezTo>
                  <a:pt x="72009" y="172166"/>
                  <a:pt x="116831" y="172166"/>
                  <a:pt x="144498" y="144498"/>
                </a:cubicBezTo>
                <a:cubicBezTo>
                  <a:pt x="147523" y="141473"/>
                  <a:pt x="150216" y="138264"/>
                  <a:pt x="152577" y="134870"/>
                </a:cubicBezTo>
                <a:cubicBezTo>
                  <a:pt x="156303" y="129521"/>
                  <a:pt x="163681" y="128230"/>
                  <a:pt x="169030" y="131956"/>
                </a:cubicBezTo>
                <a:cubicBezTo>
                  <a:pt x="174379" y="135681"/>
                  <a:pt x="175670" y="143059"/>
                  <a:pt x="171944" y="148409"/>
                </a:cubicBezTo>
                <a:cubicBezTo>
                  <a:pt x="168809" y="152909"/>
                  <a:pt x="165230" y="157188"/>
                  <a:pt x="161209" y="161209"/>
                </a:cubicBezTo>
                <a:cubicBezTo>
                  <a:pt x="124319" y="198099"/>
                  <a:pt x="64521" y="198099"/>
                  <a:pt x="27668" y="161209"/>
                </a:cubicBezTo>
                <a:cubicBezTo>
                  <a:pt x="-9186" y="124319"/>
                  <a:pt x="-9223" y="64558"/>
                  <a:pt x="27668" y="27668"/>
                </a:cubicBezTo>
                <a:cubicBezTo>
                  <a:pt x="64521" y="-9186"/>
                  <a:pt x="124209" y="-9223"/>
                  <a:pt x="161099" y="2755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0" name="Text 58"/>
          <p:cNvSpPr/>
          <p:nvPr/>
        </p:nvSpPr>
        <p:spPr>
          <a:xfrm>
            <a:off x="4188816" y="6474579"/>
            <a:ext cx="59496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Retest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244992" y="6172376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85409" y="102776"/>
                </a:moveTo>
                <a:cubicBezTo>
                  <a:pt x="190020" y="98164"/>
                  <a:pt x="190020" y="90676"/>
                  <a:pt x="185409" y="86064"/>
                </a:cubicBezTo>
                <a:lnTo>
                  <a:pt x="126385" y="27040"/>
                </a:lnTo>
                <a:cubicBezTo>
                  <a:pt x="121774" y="22429"/>
                  <a:pt x="114285" y="22429"/>
                  <a:pt x="109674" y="27040"/>
                </a:cubicBezTo>
                <a:cubicBezTo>
                  <a:pt x="105063" y="31652"/>
                  <a:pt x="105063" y="39140"/>
                  <a:pt x="109674" y="43752"/>
                </a:cubicBezTo>
                <a:lnTo>
                  <a:pt x="148556" y="82634"/>
                </a:lnTo>
                <a:lnTo>
                  <a:pt x="11805" y="82634"/>
                </a:lnTo>
                <a:cubicBezTo>
                  <a:pt x="5275" y="82634"/>
                  <a:pt x="0" y="87909"/>
                  <a:pt x="0" y="94438"/>
                </a:cubicBezTo>
                <a:cubicBezTo>
                  <a:pt x="0" y="100968"/>
                  <a:pt x="5275" y="106243"/>
                  <a:pt x="11805" y="106243"/>
                </a:cubicBezTo>
                <a:lnTo>
                  <a:pt x="148556" y="106243"/>
                </a:lnTo>
                <a:lnTo>
                  <a:pt x="109674" y="145125"/>
                </a:lnTo>
                <a:cubicBezTo>
                  <a:pt x="105063" y="149737"/>
                  <a:pt x="105063" y="157225"/>
                  <a:pt x="109674" y="161836"/>
                </a:cubicBezTo>
                <a:cubicBezTo>
                  <a:pt x="114285" y="166448"/>
                  <a:pt x="121774" y="166448"/>
                  <a:pt x="126385" y="161836"/>
                </a:cubicBezTo>
                <a:lnTo>
                  <a:pt x="185409" y="10281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Shape 60"/>
          <p:cNvSpPr/>
          <p:nvPr/>
        </p:nvSpPr>
        <p:spPr>
          <a:xfrm>
            <a:off x="5935573" y="5877728"/>
            <a:ext cx="515634" cy="515634"/>
          </a:xfrm>
          <a:custGeom>
            <a:avLst/>
            <a:gdLst/>
            <a:ahLst/>
            <a:cxnLst/>
            <a:rect l="l" t="t" r="r" b="b"/>
            <a:pathLst>
              <a:path w="515634" h="515634">
                <a:moveTo>
                  <a:pt x="257817" y="0"/>
                </a:moveTo>
                <a:lnTo>
                  <a:pt x="257817" y="0"/>
                </a:lnTo>
                <a:cubicBezTo>
                  <a:pt x="400110" y="0"/>
                  <a:pt x="515634" y="115524"/>
                  <a:pt x="515634" y="257817"/>
                </a:cubicBezTo>
                <a:lnTo>
                  <a:pt x="515634" y="257817"/>
                </a:lnTo>
                <a:cubicBezTo>
                  <a:pt x="515634" y="400110"/>
                  <a:pt x="400110" y="515634"/>
                  <a:pt x="257817" y="515634"/>
                </a:cubicBezTo>
                <a:lnTo>
                  <a:pt x="257817" y="515634"/>
                </a:lnTo>
                <a:cubicBezTo>
                  <a:pt x="115524" y="515634"/>
                  <a:pt x="0" y="400110"/>
                  <a:pt x="0" y="257817"/>
                </a:cubicBezTo>
                <a:lnTo>
                  <a:pt x="0" y="257817"/>
                </a:lnTo>
                <a:cubicBezTo>
                  <a:pt x="0" y="115524"/>
                  <a:pt x="115524" y="0"/>
                  <a:pt x="257817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 w="20320">
            <a:solidFill>
              <a:srgbClr val="4FD1C5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98007" y="6040162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94438" y="188877"/>
                </a:moveTo>
                <a:cubicBezTo>
                  <a:pt x="146560" y="188877"/>
                  <a:pt x="188877" y="146560"/>
                  <a:pt x="188877" y="94438"/>
                </a:cubicBezTo>
                <a:cubicBezTo>
                  <a:pt x="188877" y="42316"/>
                  <a:pt x="146560" y="0"/>
                  <a:pt x="94438" y="0"/>
                </a:cubicBezTo>
                <a:cubicBezTo>
                  <a:pt x="42316" y="0"/>
                  <a:pt x="0" y="42316"/>
                  <a:pt x="0" y="94438"/>
                </a:cubicBezTo>
                <a:cubicBezTo>
                  <a:pt x="0" y="146560"/>
                  <a:pt x="42316" y="188877"/>
                  <a:pt x="94438" y="188877"/>
                </a:cubicBezTo>
                <a:close/>
                <a:moveTo>
                  <a:pt x="125574" y="78465"/>
                </a:moveTo>
                <a:lnTo>
                  <a:pt x="96062" y="125684"/>
                </a:lnTo>
                <a:cubicBezTo>
                  <a:pt x="94512" y="128156"/>
                  <a:pt x="91856" y="129705"/>
                  <a:pt x="88942" y="129853"/>
                </a:cubicBezTo>
                <a:cubicBezTo>
                  <a:pt x="86027" y="130000"/>
                  <a:pt x="83224" y="128672"/>
                  <a:pt x="81490" y="126311"/>
                </a:cubicBezTo>
                <a:lnTo>
                  <a:pt x="63783" y="102702"/>
                </a:lnTo>
                <a:cubicBezTo>
                  <a:pt x="60832" y="98791"/>
                  <a:pt x="61643" y="93258"/>
                  <a:pt x="65554" y="90307"/>
                </a:cubicBezTo>
                <a:cubicBezTo>
                  <a:pt x="69464" y="87356"/>
                  <a:pt x="74997" y="88167"/>
                  <a:pt x="77949" y="92077"/>
                </a:cubicBezTo>
                <a:lnTo>
                  <a:pt x="87909" y="105358"/>
                </a:lnTo>
                <a:lnTo>
                  <a:pt x="110559" y="69095"/>
                </a:lnTo>
                <a:cubicBezTo>
                  <a:pt x="113142" y="64963"/>
                  <a:pt x="118601" y="63672"/>
                  <a:pt x="122770" y="66291"/>
                </a:cubicBezTo>
                <a:cubicBezTo>
                  <a:pt x="126939" y="68911"/>
                  <a:pt x="128193" y="74333"/>
                  <a:pt x="125574" y="7850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4" name="Text 62"/>
          <p:cNvSpPr/>
          <p:nvPr/>
        </p:nvSpPr>
        <p:spPr>
          <a:xfrm>
            <a:off x="5894964" y="6474579"/>
            <a:ext cx="594962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081347" y="1137039"/>
            <a:ext cx="4729476" cy="5088342"/>
          </a:xfrm>
          <a:custGeom>
            <a:avLst/>
            <a:gdLst/>
            <a:ahLst/>
            <a:cxnLst/>
            <a:rect l="l" t="t" r="r" b="b"/>
            <a:pathLst>
              <a:path w="4729476" h="5088342">
                <a:moveTo>
                  <a:pt x="151107" y="0"/>
                </a:moveTo>
                <a:lnTo>
                  <a:pt x="4578369" y="0"/>
                </a:lnTo>
                <a:cubicBezTo>
                  <a:pt x="4661823" y="0"/>
                  <a:pt x="4729476" y="67653"/>
                  <a:pt x="4729476" y="151107"/>
                </a:cubicBezTo>
                <a:lnTo>
                  <a:pt x="4729476" y="4937235"/>
                </a:lnTo>
                <a:cubicBezTo>
                  <a:pt x="4729476" y="5020689"/>
                  <a:pt x="4661823" y="5088342"/>
                  <a:pt x="4578369" y="5088342"/>
                </a:cubicBezTo>
                <a:lnTo>
                  <a:pt x="151107" y="5088342"/>
                </a:lnTo>
                <a:cubicBezTo>
                  <a:pt x="67653" y="5088342"/>
                  <a:pt x="0" y="5020689"/>
                  <a:pt x="0" y="4937235"/>
                </a:cubicBezTo>
                <a:lnTo>
                  <a:pt x="0" y="151107"/>
                </a:lnTo>
                <a:cubicBezTo>
                  <a:pt x="0" y="67709"/>
                  <a:pt x="67709" y="0"/>
                  <a:pt x="15110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74001" y="1329693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75551" y="0"/>
                </a:moveTo>
                <a:lnTo>
                  <a:pt x="302203" y="0"/>
                </a:lnTo>
                <a:cubicBezTo>
                  <a:pt x="343901" y="0"/>
                  <a:pt x="377754" y="33853"/>
                  <a:pt x="377754" y="75551"/>
                </a:cubicBezTo>
                <a:lnTo>
                  <a:pt x="377754" y="302203"/>
                </a:lnTo>
                <a:cubicBezTo>
                  <a:pt x="377754" y="343901"/>
                  <a:pt x="343901" y="377754"/>
                  <a:pt x="302203" y="377754"/>
                </a:cubicBezTo>
                <a:lnTo>
                  <a:pt x="75551" y="377754"/>
                </a:lnTo>
                <a:cubicBezTo>
                  <a:pt x="33853" y="377754"/>
                  <a:pt x="0" y="343901"/>
                  <a:pt x="0" y="302203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401493" y="1433576"/>
            <a:ext cx="127492" cy="169989"/>
          </a:xfrm>
          <a:custGeom>
            <a:avLst/>
            <a:gdLst/>
            <a:ahLst/>
            <a:cxnLst/>
            <a:rect l="l" t="t" r="r" b="b"/>
            <a:pathLst>
              <a:path w="127492" h="169989">
                <a:moveTo>
                  <a:pt x="103388" y="10624"/>
                </a:moveTo>
                <a:lnTo>
                  <a:pt x="106243" y="10624"/>
                </a:lnTo>
                <a:cubicBezTo>
                  <a:pt x="117963" y="10624"/>
                  <a:pt x="127492" y="20153"/>
                  <a:pt x="127492" y="31873"/>
                </a:cubicBezTo>
                <a:lnTo>
                  <a:pt x="127492" y="148741"/>
                </a:lnTo>
                <a:cubicBezTo>
                  <a:pt x="127492" y="160460"/>
                  <a:pt x="117963" y="169989"/>
                  <a:pt x="106243" y="169989"/>
                </a:cubicBezTo>
                <a:lnTo>
                  <a:pt x="21249" y="169989"/>
                </a:lnTo>
                <a:cubicBezTo>
                  <a:pt x="9529" y="169989"/>
                  <a:pt x="0" y="160460"/>
                  <a:pt x="0" y="148741"/>
                </a:cubicBezTo>
                <a:lnTo>
                  <a:pt x="0" y="31873"/>
                </a:lnTo>
                <a:cubicBezTo>
                  <a:pt x="0" y="20153"/>
                  <a:pt x="9529" y="10624"/>
                  <a:pt x="21249" y="10624"/>
                </a:cubicBezTo>
                <a:lnTo>
                  <a:pt x="24104" y="10624"/>
                </a:lnTo>
                <a:cubicBezTo>
                  <a:pt x="27756" y="4283"/>
                  <a:pt x="34629" y="0"/>
                  <a:pt x="42497" y="0"/>
                </a:cubicBezTo>
                <a:lnTo>
                  <a:pt x="84995" y="0"/>
                </a:lnTo>
                <a:cubicBezTo>
                  <a:pt x="92863" y="0"/>
                  <a:pt x="99736" y="4283"/>
                  <a:pt x="103388" y="10624"/>
                </a:cubicBezTo>
                <a:close/>
                <a:moveTo>
                  <a:pt x="82338" y="37185"/>
                </a:moveTo>
                <a:cubicBezTo>
                  <a:pt x="86754" y="37185"/>
                  <a:pt x="90307" y="33633"/>
                  <a:pt x="90307" y="29217"/>
                </a:cubicBezTo>
                <a:cubicBezTo>
                  <a:pt x="90307" y="24801"/>
                  <a:pt x="86754" y="21249"/>
                  <a:pt x="82338" y="21249"/>
                </a:cubicBezTo>
                <a:lnTo>
                  <a:pt x="45153" y="21249"/>
                </a:lnTo>
                <a:cubicBezTo>
                  <a:pt x="40738" y="21249"/>
                  <a:pt x="37185" y="24801"/>
                  <a:pt x="37185" y="29217"/>
                </a:cubicBezTo>
                <a:cubicBezTo>
                  <a:pt x="37185" y="33633"/>
                  <a:pt x="40738" y="37185"/>
                  <a:pt x="45153" y="37185"/>
                </a:cubicBezTo>
                <a:lnTo>
                  <a:pt x="82338" y="37185"/>
                </a:lnTo>
                <a:close/>
                <a:moveTo>
                  <a:pt x="91768" y="86555"/>
                </a:moveTo>
                <a:cubicBezTo>
                  <a:pt x="94092" y="82837"/>
                  <a:pt x="92963" y="77923"/>
                  <a:pt x="89244" y="75565"/>
                </a:cubicBezTo>
                <a:cubicBezTo>
                  <a:pt x="85526" y="73208"/>
                  <a:pt x="80612" y="74370"/>
                  <a:pt x="78255" y="78089"/>
                </a:cubicBezTo>
                <a:lnTo>
                  <a:pt x="57869" y="110725"/>
                </a:lnTo>
                <a:lnTo>
                  <a:pt x="48905" y="98773"/>
                </a:lnTo>
                <a:cubicBezTo>
                  <a:pt x="46249" y="95254"/>
                  <a:pt x="41269" y="94523"/>
                  <a:pt x="37750" y="97179"/>
                </a:cubicBezTo>
                <a:cubicBezTo>
                  <a:pt x="34230" y="99835"/>
                  <a:pt x="33500" y="104816"/>
                  <a:pt x="36156" y="108335"/>
                </a:cubicBezTo>
                <a:lnTo>
                  <a:pt x="52092" y="129584"/>
                </a:lnTo>
                <a:cubicBezTo>
                  <a:pt x="53653" y="131675"/>
                  <a:pt x="56176" y="132870"/>
                  <a:pt x="58799" y="132771"/>
                </a:cubicBezTo>
                <a:cubicBezTo>
                  <a:pt x="61422" y="132671"/>
                  <a:pt x="63812" y="131277"/>
                  <a:pt x="65207" y="129019"/>
                </a:cubicBezTo>
                <a:lnTo>
                  <a:pt x="91768" y="8652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8" name="Text 66"/>
          <p:cNvSpPr/>
          <p:nvPr/>
        </p:nvSpPr>
        <p:spPr>
          <a:xfrm>
            <a:off x="7765081" y="1386356"/>
            <a:ext cx="1435464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Tests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277779" y="1862326"/>
            <a:ext cx="4332835" cy="1329693"/>
          </a:xfrm>
          <a:custGeom>
            <a:avLst/>
            <a:gdLst/>
            <a:ahLst/>
            <a:cxnLst/>
            <a:rect l="l" t="t" r="r" b="b"/>
            <a:pathLst>
              <a:path w="4332835" h="1329693">
                <a:moveTo>
                  <a:pt x="113330" y="0"/>
                </a:moveTo>
                <a:lnTo>
                  <a:pt x="4219505" y="0"/>
                </a:lnTo>
                <a:cubicBezTo>
                  <a:pt x="4282095" y="0"/>
                  <a:pt x="4332835" y="50739"/>
                  <a:pt x="4332835" y="113330"/>
                </a:cubicBezTo>
                <a:lnTo>
                  <a:pt x="4332835" y="1216363"/>
                </a:lnTo>
                <a:cubicBezTo>
                  <a:pt x="4332835" y="1278954"/>
                  <a:pt x="4282095" y="1329693"/>
                  <a:pt x="4219505" y="1329693"/>
                </a:cubicBezTo>
                <a:lnTo>
                  <a:pt x="113330" y="1329693"/>
                </a:lnTo>
                <a:cubicBezTo>
                  <a:pt x="50739" y="1329693"/>
                  <a:pt x="0" y="1278954"/>
                  <a:pt x="0" y="1216363"/>
                </a:cubicBezTo>
                <a:lnTo>
                  <a:pt x="0" y="113330"/>
                </a:lnTo>
                <a:cubicBezTo>
                  <a:pt x="0" y="50781"/>
                  <a:pt x="50781" y="0"/>
                  <a:pt x="11333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51546" y="2054981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101816" y="80568"/>
                </a:moveTo>
                <a:cubicBezTo>
                  <a:pt x="104591" y="77794"/>
                  <a:pt x="104591" y="73308"/>
                  <a:pt x="101816" y="70563"/>
                </a:cubicBezTo>
                <a:lnTo>
                  <a:pt x="59319" y="28036"/>
                </a:lnTo>
                <a:cubicBezTo>
                  <a:pt x="57283" y="26000"/>
                  <a:pt x="54243" y="25410"/>
                  <a:pt x="51587" y="26502"/>
                </a:cubicBezTo>
                <a:cubicBezTo>
                  <a:pt x="48931" y="27594"/>
                  <a:pt x="47219" y="30191"/>
                  <a:pt x="47219" y="33053"/>
                </a:cubicBezTo>
                <a:lnTo>
                  <a:pt x="47219" y="56663"/>
                </a:lnTo>
                <a:lnTo>
                  <a:pt x="14166" y="56663"/>
                </a:lnTo>
                <a:cubicBezTo>
                  <a:pt x="6345" y="56663"/>
                  <a:pt x="0" y="63008"/>
                  <a:pt x="0" y="70829"/>
                </a:cubicBezTo>
                <a:lnTo>
                  <a:pt x="0" y="80273"/>
                </a:lnTo>
                <a:cubicBezTo>
                  <a:pt x="0" y="88093"/>
                  <a:pt x="6345" y="94438"/>
                  <a:pt x="14166" y="94438"/>
                </a:cubicBezTo>
                <a:lnTo>
                  <a:pt x="47219" y="94438"/>
                </a:lnTo>
                <a:lnTo>
                  <a:pt x="47219" y="118048"/>
                </a:lnTo>
                <a:cubicBezTo>
                  <a:pt x="47219" y="120911"/>
                  <a:pt x="48931" y="123508"/>
                  <a:pt x="51587" y="124600"/>
                </a:cubicBezTo>
                <a:cubicBezTo>
                  <a:pt x="54243" y="125692"/>
                  <a:pt x="57283" y="125101"/>
                  <a:pt x="59319" y="123065"/>
                </a:cubicBezTo>
                <a:lnTo>
                  <a:pt x="101816" y="80568"/>
                </a:lnTo>
                <a:close/>
                <a:moveTo>
                  <a:pt x="103882" y="122770"/>
                </a:moveTo>
                <a:cubicBezTo>
                  <a:pt x="98659" y="122770"/>
                  <a:pt x="94438" y="126990"/>
                  <a:pt x="94438" y="132214"/>
                </a:cubicBezTo>
                <a:cubicBezTo>
                  <a:pt x="94438" y="137437"/>
                  <a:pt x="98659" y="141658"/>
                  <a:pt x="103882" y="141658"/>
                </a:cubicBezTo>
                <a:lnTo>
                  <a:pt x="122770" y="141658"/>
                </a:lnTo>
                <a:cubicBezTo>
                  <a:pt x="138411" y="141658"/>
                  <a:pt x="151101" y="128967"/>
                  <a:pt x="151101" y="113326"/>
                </a:cubicBezTo>
                <a:lnTo>
                  <a:pt x="151101" y="37775"/>
                </a:lnTo>
                <a:cubicBezTo>
                  <a:pt x="151101" y="22134"/>
                  <a:pt x="138411" y="9444"/>
                  <a:pt x="122770" y="9444"/>
                </a:cubicBezTo>
                <a:lnTo>
                  <a:pt x="103882" y="9444"/>
                </a:lnTo>
                <a:cubicBezTo>
                  <a:pt x="98659" y="9444"/>
                  <a:pt x="94438" y="13664"/>
                  <a:pt x="94438" y="18888"/>
                </a:cubicBezTo>
                <a:cubicBezTo>
                  <a:pt x="94438" y="24111"/>
                  <a:pt x="98659" y="28332"/>
                  <a:pt x="103882" y="28332"/>
                </a:cubicBezTo>
                <a:lnTo>
                  <a:pt x="122770" y="28332"/>
                </a:lnTo>
                <a:cubicBezTo>
                  <a:pt x="127994" y="28332"/>
                  <a:pt x="132214" y="32552"/>
                  <a:pt x="132214" y="37775"/>
                </a:cubicBezTo>
                <a:lnTo>
                  <a:pt x="132214" y="113326"/>
                </a:lnTo>
                <a:cubicBezTo>
                  <a:pt x="132214" y="118550"/>
                  <a:pt x="127994" y="122770"/>
                  <a:pt x="122770" y="122770"/>
                </a:cubicBezTo>
                <a:lnTo>
                  <a:pt x="103882" y="12277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1" name="Text 69"/>
          <p:cNvSpPr/>
          <p:nvPr/>
        </p:nvSpPr>
        <p:spPr>
          <a:xfrm>
            <a:off x="7697086" y="2017206"/>
            <a:ext cx="115214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 Validation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446824" y="2394959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113326"/>
                </a:moveTo>
                <a:cubicBezTo>
                  <a:pt x="87936" y="113326"/>
                  <a:pt x="113326" y="87936"/>
                  <a:pt x="113326" y="56663"/>
                </a:cubicBezTo>
                <a:cubicBezTo>
                  <a:pt x="113326" y="25390"/>
                  <a:pt x="87936" y="0"/>
                  <a:pt x="56663" y="0"/>
                </a:cubicBezTo>
                <a:cubicBezTo>
                  <a:pt x="25390" y="0"/>
                  <a:pt x="0" y="25390"/>
                  <a:pt x="0" y="56663"/>
                </a:cubicBezTo>
                <a:cubicBezTo>
                  <a:pt x="0" y="87936"/>
                  <a:pt x="25390" y="113326"/>
                  <a:pt x="56663" y="113326"/>
                </a:cubicBezTo>
                <a:close/>
                <a:moveTo>
                  <a:pt x="56663" y="35414"/>
                </a:moveTo>
                <a:cubicBezTo>
                  <a:pt x="68390" y="35414"/>
                  <a:pt x="77912" y="44936"/>
                  <a:pt x="77912" y="56663"/>
                </a:cubicBezTo>
                <a:cubicBezTo>
                  <a:pt x="77912" y="68390"/>
                  <a:pt x="68390" y="77912"/>
                  <a:pt x="56663" y="77912"/>
                </a:cubicBezTo>
                <a:cubicBezTo>
                  <a:pt x="44936" y="77912"/>
                  <a:pt x="35414" y="68390"/>
                  <a:pt x="35414" y="56663"/>
                </a:cubicBezTo>
                <a:cubicBezTo>
                  <a:pt x="35414" y="44936"/>
                  <a:pt x="44936" y="35414"/>
                  <a:pt x="56663" y="3541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3" name="Text 71"/>
          <p:cNvSpPr/>
          <p:nvPr/>
        </p:nvSpPr>
        <p:spPr>
          <a:xfrm>
            <a:off x="7649866" y="2357184"/>
            <a:ext cx="179433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credentials acceptance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446824" y="2640499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113326"/>
                </a:moveTo>
                <a:cubicBezTo>
                  <a:pt x="87936" y="113326"/>
                  <a:pt x="113326" y="87936"/>
                  <a:pt x="113326" y="56663"/>
                </a:cubicBezTo>
                <a:cubicBezTo>
                  <a:pt x="113326" y="25390"/>
                  <a:pt x="87936" y="0"/>
                  <a:pt x="56663" y="0"/>
                </a:cubicBezTo>
                <a:cubicBezTo>
                  <a:pt x="25390" y="0"/>
                  <a:pt x="0" y="25390"/>
                  <a:pt x="0" y="56663"/>
                </a:cubicBezTo>
                <a:cubicBezTo>
                  <a:pt x="0" y="87936"/>
                  <a:pt x="25390" y="113326"/>
                  <a:pt x="56663" y="113326"/>
                </a:cubicBezTo>
                <a:close/>
                <a:moveTo>
                  <a:pt x="56663" y="35414"/>
                </a:moveTo>
                <a:cubicBezTo>
                  <a:pt x="68390" y="35414"/>
                  <a:pt x="77912" y="44936"/>
                  <a:pt x="77912" y="56663"/>
                </a:cubicBezTo>
                <a:cubicBezTo>
                  <a:pt x="77912" y="68390"/>
                  <a:pt x="68390" y="77912"/>
                  <a:pt x="56663" y="77912"/>
                </a:cubicBezTo>
                <a:cubicBezTo>
                  <a:pt x="44936" y="77912"/>
                  <a:pt x="35414" y="68390"/>
                  <a:pt x="35414" y="56663"/>
                </a:cubicBezTo>
                <a:cubicBezTo>
                  <a:pt x="35414" y="44936"/>
                  <a:pt x="44936" y="35414"/>
                  <a:pt x="56663" y="3541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5" name="Text 73"/>
          <p:cNvSpPr/>
          <p:nvPr/>
        </p:nvSpPr>
        <p:spPr>
          <a:xfrm>
            <a:off x="7649866" y="2602724"/>
            <a:ext cx="170933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 credentials rejection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446824" y="2886039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113326"/>
                </a:moveTo>
                <a:cubicBezTo>
                  <a:pt x="87936" y="113326"/>
                  <a:pt x="113326" y="87936"/>
                  <a:pt x="113326" y="56663"/>
                </a:cubicBezTo>
                <a:cubicBezTo>
                  <a:pt x="113326" y="25390"/>
                  <a:pt x="87936" y="0"/>
                  <a:pt x="56663" y="0"/>
                </a:cubicBezTo>
                <a:cubicBezTo>
                  <a:pt x="25390" y="0"/>
                  <a:pt x="0" y="25390"/>
                  <a:pt x="0" y="56663"/>
                </a:cubicBezTo>
                <a:cubicBezTo>
                  <a:pt x="0" y="87936"/>
                  <a:pt x="25390" y="113326"/>
                  <a:pt x="56663" y="113326"/>
                </a:cubicBezTo>
                <a:close/>
                <a:moveTo>
                  <a:pt x="56663" y="35414"/>
                </a:moveTo>
                <a:cubicBezTo>
                  <a:pt x="68390" y="35414"/>
                  <a:pt x="77912" y="44936"/>
                  <a:pt x="77912" y="56663"/>
                </a:cubicBezTo>
                <a:cubicBezTo>
                  <a:pt x="77912" y="68390"/>
                  <a:pt x="68390" y="77912"/>
                  <a:pt x="56663" y="77912"/>
                </a:cubicBezTo>
                <a:cubicBezTo>
                  <a:pt x="44936" y="77912"/>
                  <a:pt x="35414" y="68390"/>
                  <a:pt x="35414" y="56663"/>
                </a:cubicBezTo>
                <a:cubicBezTo>
                  <a:pt x="35414" y="44936"/>
                  <a:pt x="44936" y="35414"/>
                  <a:pt x="56663" y="3541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7" name="Text 75"/>
          <p:cNvSpPr/>
          <p:nvPr/>
        </p:nvSpPr>
        <p:spPr>
          <a:xfrm>
            <a:off x="7649866" y="2848264"/>
            <a:ext cx="156767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timeout handling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277779" y="3312899"/>
            <a:ext cx="4332835" cy="1329693"/>
          </a:xfrm>
          <a:custGeom>
            <a:avLst/>
            <a:gdLst/>
            <a:ahLst/>
            <a:cxnLst/>
            <a:rect l="l" t="t" r="r" b="b"/>
            <a:pathLst>
              <a:path w="4332835" h="1329693">
                <a:moveTo>
                  <a:pt x="113330" y="0"/>
                </a:moveTo>
                <a:lnTo>
                  <a:pt x="4219505" y="0"/>
                </a:lnTo>
                <a:cubicBezTo>
                  <a:pt x="4282095" y="0"/>
                  <a:pt x="4332835" y="50739"/>
                  <a:pt x="4332835" y="113330"/>
                </a:cubicBezTo>
                <a:lnTo>
                  <a:pt x="4332835" y="1216363"/>
                </a:lnTo>
                <a:cubicBezTo>
                  <a:pt x="4332835" y="1278954"/>
                  <a:pt x="4282095" y="1329693"/>
                  <a:pt x="4219505" y="1329693"/>
                </a:cubicBezTo>
                <a:lnTo>
                  <a:pt x="113330" y="1329693"/>
                </a:lnTo>
                <a:cubicBezTo>
                  <a:pt x="50739" y="1329693"/>
                  <a:pt x="0" y="1278954"/>
                  <a:pt x="0" y="1216363"/>
                </a:cubicBezTo>
                <a:lnTo>
                  <a:pt x="0" y="113330"/>
                </a:lnTo>
                <a:cubicBezTo>
                  <a:pt x="0" y="50781"/>
                  <a:pt x="50781" y="0"/>
                  <a:pt x="11333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470433" y="3505556"/>
            <a:ext cx="113326" cy="151101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18888" y="0"/>
                </a:moveTo>
                <a:cubicBezTo>
                  <a:pt x="8470" y="0"/>
                  <a:pt x="0" y="8470"/>
                  <a:pt x="0" y="18888"/>
                </a:cubicBezTo>
                <a:lnTo>
                  <a:pt x="0" y="132214"/>
                </a:lnTo>
                <a:cubicBezTo>
                  <a:pt x="0" y="142632"/>
                  <a:pt x="8470" y="151101"/>
                  <a:pt x="18888" y="151101"/>
                </a:cubicBezTo>
                <a:lnTo>
                  <a:pt x="94438" y="151101"/>
                </a:lnTo>
                <a:cubicBezTo>
                  <a:pt x="104856" y="151101"/>
                  <a:pt x="113326" y="142632"/>
                  <a:pt x="113326" y="132214"/>
                </a:cubicBezTo>
                <a:lnTo>
                  <a:pt x="113326" y="50318"/>
                </a:lnTo>
                <a:cubicBezTo>
                  <a:pt x="113326" y="45301"/>
                  <a:pt x="111349" y="40490"/>
                  <a:pt x="107807" y="36949"/>
                </a:cubicBezTo>
                <a:lnTo>
                  <a:pt x="76348" y="5519"/>
                </a:lnTo>
                <a:cubicBezTo>
                  <a:pt x="72806" y="1977"/>
                  <a:pt x="68025" y="0"/>
                  <a:pt x="63008" y="0"/>
                </a:cubicBezTo>
                <a:lnTo>
                  <a:pt x="18888" y="0"/>
                </a:lnTo>
                <a:close/>
                <a:moveTo>
                  <a:pt x="96062" y="51941"/>
                </a:moveTo>
                <a:lnTo>
                  <a:pt x="68468" y="51941"/>
                </a:lnTo>
                <a:cubicBezTo>
                  <a:pt x="64543" y="51941"/>
                  <a:pt x="61385" y="48783"/>
                  <a:pt x="61385" y="44858"/>
                </a:cubicBezTo>
                <a:lnTo>
                  <a:pt x="61385" y="17265"/>
                </a:lnTo>
                <a:lnTo>
                  <a:pt x="96062" y="51941"/>
                </a:lnTo>
                <a:close/>
                <a:moveTo>
                  <a:pt x="18888" y="113326"/>
                </a:moveTo>
                <a:lnTo>
                  <a:pt x="18888" y="94438"/>
                </a:lnTo>
                <a:cubicBezTo>
                  <a:pt x="18888" y="89215"/>
                  <a:pt x="23108" y="84995"/>
                  <a:pt x="28332" y="84995"/>
                </a:cubicBezTo>
                <a:lnTo>
                  <a:pt x="84995" y="84995"/>
                </a:lnTo>
                <a:cubicBezTo>
                  <a:pt x="90218" y="84995"/>
                  <a:pt x="94438" y="89215"/>
                  <a:pt x="94438" y="94438"/>
                </a:cubicBezTo>
                <a:lnTo>
                  <a:pt x="94438" y="113326"/>
                </a:lnTo>
                <a:cubicBezTo>
                  <a:pt x="94438" y="118550"/>
                  <a:pt x="90218" y="122770"/>
                  <a:pt x="84995" y="122770"/>
                </a:cubicBezTo>
                <a:lnTo>
                  <a:pt x="28332" y="122770"/>
                </a:lnTo>
                <a:cubicBezTo>
                  <a:pt x="23108" y="122770"/>
                  <a:pt x="18888" y="118550"/>
                  <a:pt x="18888" y="113326"/>
                </a:cubicBezTo>
                <a:close/>
                <a:moveTo>
                  <a:pt x="25971" y="18888"/>
                </a:moveTo>
                <a:lnTo>
                  <a:pt x="40136" y="18888"/>
                </a:lnTo>
                <a:cubicBezTo>
                  <a:pt x="44061" y="18888"/>
                  <a:pt x="47219" y="22045"/>
                  <a:pt x="47219" y="25971"/>
                </a:cubicBezTo>
                <a:cubicBezTo>
                  <a:pt x="47219" y="29896"/>
                  <a:pt x="44061" y="33053"/>
                  <a:pt x="40136" y="33053"/>
                </a:cubicBezTo>
                <a:lnTo>
                  <a:pt x="25971" y="33053"/>
                </a:lnTo>
                <a:cubicBezTo>
                  <a:pt x="22045" y="33053"/>
                  <a:pt x="18888" y="29896"/>
                  <a:pt x="18888" y="25971"/>
                </a:cubicBezTo>
                <a:cubicBezTo>
                  <a:pt x="18888" y="22045"/>
                  <a:pt x="22045" y="18888"/>
                  <a:pt x="25971" y="18888"/>
                </a:cubicBezTo>
                <a:close/>
                <a:moveTo>
                  <a:pt x="25971" y="47219"/>
                </a:moveTo>
                <a:lnTo>
                  <a:pt x="40136" y="47219"/>
                </a:lnTo>
                <a:cubicBezTo>
                  <a:pt x="44061" y="47219"/>
                  <a:pt x="47219" y="50377"/>
                  <a:pt x="47219" y="54302"/>
                </a:cubicBezTo>
                <a:cubicBezTo>
                  <a:pt x="47219" y="58227"/>
                  <a:pt x="44061" y="61385"/>
                  <a:pt x="40136" y="61385"/>
                </a:cubicBezTo>
                <a:lnTo>
                  <a:pt x="25971" y="61385"/>
                </a:lnTo>
                <a:cubicBezTo>
                  <a:pt x="22045" y="61385"/>
                  <a:pt x="18888" y="58227"/>
                  <a:pt x="18888" y="54302"/>
                </a:cubicBezTo>
                <a:cubicBezTo>
                  <a:pt x="18888" y="50377"/>
                  <a:pt x="22045" y="47219"/>
                  <a:pt x="25971" y="4721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0" name="Text 78"/>
          <p:cNvSpPr/>
          <p:nvPr/>
        </p:nvSpPr>
        <p:spPr>
          <a:xfrm>
            <a:off x="7697086" y="3467781"/>
            <a:ext cx="1265475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 Validation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446824" y="3845534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113326"/>
                </a:moveTo>
                <a:cubicBezTo>
                  <a:pt x="87936" y="113326"/>
                  <a:pt x="113326" y="87936"/>
                  <a:pt x="113326" y="56663"/>
                </a:cubicBezTo>
                <a:cubicBezTo>
                  <a:pt x="113326" y="25390"/>
                  <a:pt x="87936" y="0"/>
                  <a:pt x="56663" y="0"/>
                </a:cubicBezTo>
                <a:cubicBezTo>
                  <a:pt x="25390" y="0"/>
                  <a:pt x="0" y="25390"/>
                  <a:pt x="0" y="56663"/>
                </a:cubicBezTo>
                <a:cubicBezTo>
                  <a:pt x="0" y="87936"/>
                  <a:pt x="25390" y="113326"/>
                  <a:pt x="56663" y="113326"/>
                </a:cubicBezTo>
                <a:close/>
                <a:moveTo>
                  <a:pt x="56663" y="35414"/>
                </a:moveTo>
                <a:cubicBezTo>
                  <a:pt x="68390" y="35414"/>
                  <a:pt x="77912" y="44936"/>
                  <a:pt x="77912" y="56663"/>
                </a:cubicBezTo>
                <a:cubicBezTo>
                  <a:pt x="77912" y="68390"/>
                  <a:pt x="68390" y="77912"/>
                  <a:pt x="56663" y="77912"/>
                </a:cubicBezTo>
                <a:cubicBezTo>
                  <a:pt x="44936" y="77912"/>
                  <a:pt x="35414" y="68390"/>
                  <a:pt x="35414" y="56663"/>
                </a:cubicBezTo>
                <a:cubicBezTo>
                  <a:pt x="35414" y="44936"/>
                  <a:pt x="44936" y="35414"/>
                  <a:pt x="56663" y="35414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2" name="Text 80"/>
          <p:cNvSpPr/>
          <p:nvPr/>
        </p:nvSpPr>
        <p:spPr>
          <a:xfrm>
            <a:off x="7649866" y="3807759"/>
            <a:ext cx="1482683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Required field validation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7446824" y="4091074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113326"/>
                </a:moveTo>
                <a:cubicBezTo>
                  <a:pt x="87936" y="113326"/>
                  <a:pt x="113326" y="87936"/>
                  <a:pt x="113326" y="56663"/>
                </a:cubicBezTo>
                <a:cubicBezTo>
                  <a:pt x="113326" y="25390"/>
                  <a:pt x="87936" y="0"/>
                  <a:pt x="56663" y="0"/>
                </a:cubicBezTo>
                <a:cubicBezTo>
                  <a:pt x="25390" y="0"/>
                  <a:pt x="0" y="25390"/>
                  <a:pt x="0" y="56663"/>
                </a:cubicBezTo>
                <a:cubicBezTo>
                  <a:pt x="0" y="87936"/>
                  <a:pt x="25390" y="113326"/>
                  <a:pt x="56663" y="113326"/>
                </a:cubicBezTo>
                <a:close/>
                <a:moveTo>
                  <a:pt x="56663" y="35414"/>
                </a:moveTo>
                <a:cubicBezTo>
                  <a:pt x="68390" y="35414"/>
                  <a:pt x="77912" y="44936"/>
                  <a:pt x="77912" y="56663"/>
                </a:cubicBezTo>
                <a:cubicBezTo>
                  <a:pt x="77912" y="68390"/>
                  <a:pt x="68390" y="77912"/>
                  <a:pt x="56663" y="77912"/>
                </a:cubicBezTo>
                <a:cubicBezTo>
                  <a:pt x="44936" y="77912"/>
                  <a:pt x="35414" y="68390"/>
                  <a:pt x="35414" y="56663"/>
                </a:cubicBezTo>
                <a:cubicBezTo>
                  <a:pt x="35414" y="44936"/>
                  <a:pt x="44936" y="35414"/>
                  <a:pt x="56663" y="35414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4" name="Text 82"/>
          <p:cNvSpPr/>
          <p:nvPr/>
        </p:nvSpPr>
        <p:spPr>
          <a:xfrm>
            <a:off x="7649866" y="4053299"/>
            <a:ext cx="147323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 format verification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7446824" y="4336614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113326"/>
                </a:moveTo>
                <a:cubicBezTo>
                  <a:pt x="87936" y="113326"/>
                  <a:pt x="113326" y="87936"/>
                  <a:pt x="113326" y="56663"/>
                </a:cubicBezTo>
                <a:cubicBezTo>
                  <a:pt x="113326" y="25390"/>
                  <a:pt x="87936" y="0"/>
                  <a:pt x="56663" y="0"/>
                </a:cubicBezTo>
                <a:cubicBezTo>
                  <a:pt x="25390" y="0"/>
                  <a:pt x="0" y="25390"/>
                  <a:pt x="0" y="56663"/>
                </a:cubicBezTo>
                <a:cubicBezTo>
                  <a:pt x="0" y="87936"/>
                  <a:pt x="25390" y="113326"/>
                  <a:pt x="56663" y="113326"/>
                </a:cubicBezTo>
                <a:close/>
                <a:moveTo>
                  <a:pt x="56663" y="35414"/>
                </a:moveTo>
                <a:cubicBezTo>
                  <a:pt x="68390" y="35414"/>
                  <a:pt x="77912" y="44936"/>
                  <a:pt x="77912" y="56663"/>
                </a:cubicBezTo>
                <a:cubicBezTo>
                  <a:pt x="77912" y="68390"/>
                  <a:pt x="68390" y="77912"/>
                  <a:pt x="56663" y="77912"/>
                </a:cubicBezTo>
                <a:cubicBezTo>
                  <a:pt x="44936" y="77912"/>
                  <a:pt x="35414" y="68390"/>
                  <a:pt x="35414" y="56663"/>
                </a:cubicBezTo>
                <a:cubicBezTo>
                  <a:pt x="35414" y="44936"/>
                  <a:pt x="44936" y="35414"/>
                  <a:pt x="56663" y="35414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6" name="Text 84"/>
          <p:cNvSpPr/>
          <p:nvPr/>
        </p:nvSpPr>
        <p:spPr>
          <a:xfrm>
            <a:off x="7649866" y="4298839"/>
            <a:ext cx="1142705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Amount validation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7432658" y="4937243"/>
            <a:ext cx="105771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1115992" y="4918356"/>
            <a:ext cx="424973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7432658" y="5428323"/>
            <a:ext cx="4079740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847" y="414439"/>
            <a:ext cx="760995" cy="418011"/>
          </a:xfrm>
          <a:custGeom>
            <a:avLst/>
            <a:gdLst/>
            <a:ahLst/>
            <a:cxnLst/>
            <a:rect l="l" t="t" r="r" b="b"/>
            <a:pathLst>
              <a:path w="760995" h="418011">
                <a:moveTo>
                  <a:pt x="195127" y="0"/>
                </a:moveTo>
                <a:lnTo>
                  <a:pt x="565868" y="0"/>
                </a:lnTo>
                <a:cubicBezTo>
                  <a:pt x="673562" y="0"/>
                  <a:pt x="760995" y="48027"/>
                  <a:pt x="760995" y="107182"/>
                </a:cubicBezTo>
                <a:lnTo>
                  <a:pt x="760995" y="310829"/>
                </a:lnTo>
                <a:cubicBezTo>
                  <a:pt x="760995" y="369985"/>
                  <a:pt x="673562" y="418011"/>
                  <a:pt x="565868" y="418011"/>
                </a:cubicBezTo>
                <a:lnTo>
                  <a:pt x="195127" y="418011"/>
                </a:lnTo>
                <a:cubicBezTo>
                  <a:pt x="87433" y="418011"/>
                  <a:pt x="0" y="369985"/>
                  <a:pt x="0" y="310829"/>
                </a:cubicBezTo>
                <a:lnTo>
                  <a:pt x="0" y="107182"/>
                </a:lnTo>
                <a:cubicBezTo>
                  <a:pt x="0" y="48027"/>
                  <a:pt x="87433" y="0"/>
                  <a:pt x="19512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345" y="332265"/>
            <a:ext cx="508000" cy="5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05-06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29025" y="296538"/>
            <a:ext cx="401040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kern="0" spc="4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WATERFALL MODEL - PHASE 5 &amp;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29025" y="475175"/>
            <a:ext cx="4108659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&amp; Maintenance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0847" y="1075397"/>
            <a:ext cx="5661018" cy="3928236"/>
          </a:xfrm>
          <a:custGeom>
            <a:avLst/>
            <a:gdLst/>
            <a:ahLst/>
            <a:cxnLst/>
            <a:rect l="l" t="t" r="r" b="b"/>
            <a:pathLst>
              <a:path w="5661018" h="3928236">
                <a:moveTo>
                  <a:pt x="142909" y="0"/>
                </a:moveTo>
                <a:lnTo>
                  <a:pt x="5518109" y="0"/>
                </a:lnTo>
                <a:cubicBezTo>
                  <a:pt x="5597035" y="0"/>
                  <a:pt x="5661018" y="63983"/>
                  <a:pt x="5661018" y="142909"/>
                </a:cubicBezTo>
                <a:lnTo>
                  <a:pt x="5661018" y="3785326"/>
                </a:lnTo>
                <a:cubicBezTo>
                  <a:pt x="5661018" y="3864253"/>
                  <a:pt x="5597035" y="3928236"/>
                  <a:pt x="5518109" y="3928236"/>
                </a:cubicBezTo>
                <a:lnTo>
                  <a:pt x="142909" y="3928236"/>
                </a:lnTo>
                <a:cubicBezTo>
                  <a:pt x="63983" y="3928236"/>
                  <a:pt x="0" y="3864253"/>
                  <a:pt x="0" y="3785326"/>
                </a:cubicBezTo>
                <a:lnTo>
                  <a:pt x="0" y="142909"/>
                </a:lnTo>
                <a:cubicBezTo>
                  <a:pt x="0" y="63983"/>
                  <a:pt x="63983" y="0"/>
                  <a:pt x="142909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4FD1C5">
                  <a:alpha val="5000"/>
                </a:srgbClr>
              </a:gs>
            </a:gsLst>
            <a:lin ang="2700000" scaled="1"/>
          </a:gra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3058" y="1257605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71455" y="0"/>
                </a:moveTo>
                <a:lnTo>
                  <a:pt x="285820" y="0"/>
                </a:lnTo>
                <a:cubicBezTo>
                  <a:pt x="325283" y="0"/>
                  <a:pt x="357275" y="31991"/>
                  <a:pt x="357275" y="71455"/>
                </a:cubicBezTo>
                <a:lnTo>
                  <a:pt x="357275" y="285820"/>
                </a:lnTo>
                <a:cubicBezTo>
                  <a:pt x="357275" y="325283"/>
                  <a:pt x="325283" y="357275"/>
                  <a:pt x="285820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3541" y="1355856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40193" y="100484"/>
                </a:moveTo>
                <a:lnTo>
                  <a:pt x="7693" y="100484"/>
                </a:lnTo>
                <a:cubicBezTo>
                  <a:pt x="-126" y="100484"/>
                  <a:pt x="-4930" y="91974"/>
                  <a:pt x="-911" y="85254"/>
                </a:cubicBezTo>
                <a:lnTo>
                  <a:pt x="15701" y="57558"/>
                </a:lnTo>
                <a:cubicBezTo>
                  <a:pt x="18432" y="53005"/>
                  <a:pt x="23331" y="50242"/>
                  <a:pt x="28638" y="50242"/>
                </a:cubicBezTo>
                <a:lnTo>
                  <a:pt x="58469" y="50242"/>
                </a:lnTo>
                <a:cubicBezTo>
                  <a:pt x="82365" y="9766"/>
                  <a:pt x="118005" y="7725"/>
                  <a:pt x="141839" y="11210"/>
                </a:cubicBezTo>
                <a:cubicBezTo>
                  <a:pt x="145858" y="11807"/>
                  <a:pt x="148998" y="14947"/>
                  <a:pt x="149563" y="18935"/>
                </a:cubicBezTo>
                <a:cubicBezTo>
                  <a:pt x="153049" y="42768"/>
                  <a:pt x="151008" y="78409"/>
                  <a:pt x="110532" y="102305"/>
                </a:cubicBezTo>
                <a:lnTo>
                  <a:pt x="110532" y="132136"/>
                </a:lnTo>
                <a:cubicBezTo>
                  <a:pt x="110532" y="137443"/>
                  <a:pt x="107769" y="142341"/>
                  <a:pt x="103215" y="145073"/>
                </a:cubicBezTo>
                <a:lnTo>
                  <a:pt x="75520" y="161684"/>
                </a:lnTo>
                <a:cubicBezTo>
                  <a:pt x="68831" y="165704"/>
                  <a:pt x="60290" y="160868"/>
                  <a:pt x="60290" y="153080"/>
                </a:cubicBezTo>
                <a:lnTo>
                  <a:pt x="60290" y="120580"/>
                </a:lnTo>
                <a:cubicBezTo>
                  <a:pt x="60290" y="109496"/>
                  <a:pt x="51278" y="100484"/>
                  <a:pt x="40193" y="100484"/>
                </a:cubicBezTo>
                <a:lnTo>
                  <a:pt x="40162" y="100484"/>
                </a:lnTo>
                <a:close/>
                <a:moveTo>
                  <a:pt x="125604" y="50242"/>
                </a:moveTo>
                <a:cubicBezTo>
                  <a:pt x="125604" y="41923"/>
                  <a:pt x="118851" y="35169"/>
                  <a:pt x="110532" y="35169"/>
                </a:cubicBezTo>
                <a:cubicBezTo>
                  <a:pt x="102213" y="35169"/>
                  <a:pt x="95459" y="41923"/>
                  <a:pt x="95459" y="50242"/>
                </a:cubicBezTo>
                <a:cubicBezTo>
                  <a:pt x="95459" y="58561"/>
                  <a:pt x="102213" y="65314"/>
                  <a:pt x="110532" y="65314"/>
                </a:cubicBezTo>
                <a:cubicBezTo>
                  <a:pt x="118851" y="65314"/>
                  <a:pt x="125604" y="58561"/>
                  <a:pt x="125604" y="5024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1007515" y="1311196"/>
            <a:ext cx="104502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6630" y="1761363"/>
            <a:ext cx="5285880" cy="1471972"/>
          </a:xfrm>
          <a:custGeom>
            <a:avLst/>
            <a:gdLst/>
            <a:ahLst/>
            <a:cxnLst/>
            <a:rect l="l" t="t" r="r" b="b"/>
            <a:pathLst>
              <a:path w="5285880" h="1471972">
                <a:moveTo>
                  <a:pt x="107189" y="0"/>
                </a:moveTo>
                <a:lnTo>
                  <a:pt x="5178691" y="0"/>
                </a:lnTo>
                <a:cubicBezTo>
                  <a:pt x="5237889" y="0"/>
                  <a:pt x="5285880" y="47990"/>
                  <a:pt x="5285880" y="107189"/>
                </a:cubicBezTo>
                <a:lnTo>
                  <a:pt x="5285880" y="1364783"/>
                </a:lnTo>
                <a:cubicBezTo>
                  <a:pt x="5285880" y="1423982"/>
                  <a:pt x="5237889" y="1471972"/>
                  <a:pt x="5178691" y="1471972"/>
                </a:cubicBezTo>
                <a:lnTo>
                  <a:pt x="107189" y="1471972"/>
                </a:lnTo>
                <a:cubicBezTo>
                  <a:pt x="47990" y="1471972"/>
                  <a:pt x="0" y="1423982"/>
                  <a:pt x="0" y="1364783"/>
                </a:cubicBezTo>
                <a:lnTo>
                  <a:pt x="0" y="107189"/>
                </a:lnTo>
                <a:cubicBezTo>
                  <a:pt x="0" y="48030"/>
                  <a:pt x="48030" y="0"/>
                  <a:pt x="10718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3113" y="1907844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6898" y="2015026"/>
            <a:ext cx="241160" cy="214365"/>
          </a:xfrm>
          <a:custGeom>
            <a:avLst/>
            <a:gdLst/>
            <a:ahLst/>
            <a:cxnLst/>
            <a:rect l="l" t="t" r="r" b="b"/>
            <a:pathLst>
              <a:path w="241160" h="214365">
                <a:moveTo>
                  <a:pt x="0" y="140677"/>
                </a:moveTo>
                <a:cubicBezTo>
                  <a:pt x="0" y="173962"/>
                  <a:pt x="27005" y="200967"/>
                  <a:pt x="60290" y="200967"/>
                </a:cubicBezTo>
                <a:lnTo>
                  <a:pt x="187569" y="200967"/>
                </a:lnTo>
                <a:cubicBezTo>
                  <a:pt x="217170" y="200967"/>
                  <a:pt x="241160" y="176977"/>
                  <a:pt x="241160" y="147376"/>
                </a:cubicBezTo>
                <a:cubicBezTo>
                  <a:pt x="241160" y="125772"/>
                  <a:pt x="228391" y="107141"/>
                  <a:pt x="209969" y="98683"/>
                </a:cubicBezTo>
                <a:cubicBezTo>
                  <a:pt x="212774" y="93198"/>
                  <a:pt x="214365" y="86960"/>
                  <a:pt x="214365" y="80387"/>
                </a:cubicBezTo>
                <a:cubicBezTo>
                  <a:pt x="214365" y="58197"/>
                  <a:pt x="196362" y="40193"/>
                  <a:pt x="174171" y="40193"/>
                </a:cubicBezTo>
                <a:cubicBezTo>
                  <a:pt x="166761" y="40193"/>
                  <a:pt x="159853" y="42203"/>
                  <a:pt x="153907" y="45678"/>
                </a:cubicBezTo>
                <a:cubicBezTo>
                  <a:pt x="143817" y="26503"/>
                  <a:pt x="123678" y="13398"/>
                  <a:pt x="100484" y="13398"/>
                </a:cubicBezTo>
                <a:cubicBezTo>
                  <a:pt x="67198" y="13398"/>
                  <a:pt x="40193" y="40403"/>
                  <a:pt x="40193" y="73688"/>
                </a:cubicBezTo>
                <a:cubicBezTo>
                  <a:pt x="40193" y="77037"/>
                  <a:pt x="40486" y="80345"/>
                  <a:pt x="40989" y="83527"/>
                </a:cubicBezTo>
                <a:cubicBezTo>
                  <a:pt x="17166" y="91566"/>
                  <a:pt x="0" y="114133"/>
                  <a:pt x="0" y="14067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1229025" y="1907844"/>
            <a:ext cx="140230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Vercel Platform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9025" y="2157936"/>
            <a:ext cx="138444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Deployment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8792" y="2479483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6" name="Text 14"/>
          <p:cNvSpPr/>
          <p:nvPr/>
        </p:nvSpPr>
        <p:spPr>
          <a:xfrm>
            <a:off x="920876" y="2443756"/>
            <a:ext cx="149162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CI/CD pipeline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8792" y="2711712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920876" y="2675984"/>
            <a:ext cx="138444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CDN distribution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8792" y="2943940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0" name="Text 18"/>
          <p:cNvSpPr/>
          <p:nvPr/>
        </p:nvSpPr>
        <p:spPr>
          <a:xfrm>
            <a:off x="920876" y="2908213"/>
            <a:ext cx="149162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rollback capability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6630" y="3347663"/>
            <a:ext cx="5285880" cy="1471972"/>
          </a:xfrm>
          <a:custGeom>
            <a:avLst/>
            <a:gdLst/>
            <a:ahLst/>
            <a:cxnLst/>
            <a:rect l="l" t="t" r="r" b="b"/>
            <a:pathLst>
              <a:path w="5285880" h="1471972">
                <a:moveTo>
                  <a:pt x="107189" y="0"/>
                </a:moveTo>
                <a:lnTo>
                  <a:pt x="5178691" y="0"/>
                </a:lnTo>
                <a:cubicBezTo>
                  <a:pt x="5237889" y="0"/>
                  <a:pt x="5285880" y="47990"/>
                  <a:pt x="5285880" y="107189"/>
                </a:cubicBezTo>
                <a:lnTo>
                  <a:pt x="5285880" y="1364783"/>
                </a:lnTo>
                <a:cubicBezTo>
                  <a:pt x="5285880" y="1423982"/>
                  <a:pt x="5237889" y="1471972"/>
                  <a:pt x="5178691" y="1471972"/>
                </a:cubicBezTo>
                <a:lnTo>
                  <a:pt x="107189" y="1471972"/>
                </a:lnTo>
                <a:cubicBezTo>
                  <a:pt x="47990" y="1471972"/>
                  <a:pt x="0" y="1423982"/>
                  <a:pt x="0" y="1364783"/>
                </a:cubicBezTo>
                <a:lnTo>
                  <a:pt x="0" y="107189"/>
                </a:lnTo>
                <a:cubicBezTo>
                  <a:pt x="0" y="48030"/>
                  <a:pt x="48030" y="0"/>
                  <a:pt x="10718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F6AD5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3" y="3494144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3693" y="3601327"/>
            <a:ext cx="187569" cy="214365"/>
          </a:xfrm>
          <a:custGeom>
            <a:avLst/>
            <a:gdLst/>
            <a:ahLst/>
            <a:cxnLst/>
            <a:rect l="l" t="t" r="r" b="b"/>
            <a:pathLst>
              <a:path w="187569" h="214365">
                <a:moveTo>
                  <a:pt x="187569" y="86165"/>
                </a:moveTo>
                <a:cubicBezTo>
                  <a:pt x="181373" y="90268"/>
                  <a:pt x="174255" y="93575"/>
                  <a:pt x="166845" y="96213"/>
                </a:cubicBezTo>
                <a:cubicBezTo>
                  <a:pt x="147166" y="103247"/>
                  <a:pt x="121334" y="107182"/>
                  <a:pt x="93785" y="107182"/>
                </a:cubicBezTo>
                <a:cubicBezTo>
                  <a:pt x="66235" y="107182"/>
                  <a:pt x="40361" y="103205"/>
                  <a:pt x="20725" y="96213"/>
                </a:cubicBezTo>
                <a:cubicBezTo>
                  <a:pt x="13356" y="93575"/>
                  <a:pt x="6196" y="90268"/>
                  <a:pt x="0" y="86165"/>
                </a:cubicBezTo>
                <a:lnTo>
                  <a:pt x="0" y="120580"/>
                </a:lnTo>
                <a:cubicBezTo>
                  <a:pt x="0" y="139086"/>
                  <a:pt x="41994" y="154075"/>
                  <a:pt x="93785" y="154075"/>
                </a:cubicBezTo>
                <a:cubicBezTo>
                  <a:pt x="145575" y="154075"/>
                  <a:pt x="187569" y="139086"/>
                  <a:pt x="187569" y="120580"/>
                </a:cubicBezTo>
                <a:lnTo>
                  <a:pt x="187569" y="86165"/>
                </a:lnTo>
                <a:close/>
                <a:moveTo>
                  <a:pt x="187569" y="53591"/>
                </a:moveTo>
                <a:lnTo>
                  <a:pt x="187569" y="33495"/>
                </a:lnTo>
                <a:cubicBezTo>
                  <a:pt x="187569" y="14989"/>
                  <a:pt x="145575" y="0"/>
                  <a:pt x="93785" y="0"/>
                </a:cubicBezTo>
                <a:cubicBezTo>
                  <a:pt x="41994" y="0"/>
                  <a:pt x="0" y="14989"/>
                  <a:pt x="0" y="33495"/>
                </a:cubicBezTo>
                <a:lnTo>
                  <a:pt x="0" y="53591"/>
                </a:lnTo>
                <a:cubicBezTo>
                  <a:pt x="0" y="72097"/>
                  <a:pt x="41994" y="87086"/>
                  <a:pt x="93785" y="87086"/>
                </a:cubicBezTo>
                <a:cubicBezTo>
                  <a:pt x="145575" y="87086"/>
                  <a:pt x="187569" y="72097"/>
                  <a:pt x="187569" y="53591"/>
                </a:cubicBezTo>
                <a:close/>
                <a:moveTo>
                  <a:pt x="166845" y="163202"/>
                </a:moveTo>
                <a:cubicBezTo>
                  <a:pt x="147208" y="170194"/>
                  <a:pt x="121376" y="174171"/>
                  <a:pt x="93785" y="174171"/>
                </a:cubicBezTo>
                <a:cubicBezTo>
                  <a:pt x="66194" y="174171"/>
                  <a:pt x="40361" y="170194"/>
                  <a:pt x="20725" y="163202"/>
                </a:cubicBezTo>
                <a:cubicBezTo>
                  <a:pt x="13356" y="160564"/>
                  <a:pt x="6196" y="157257"/>
                  <a:pt x="0" y="153154"/>
                </a:cubicBezTo>
                <a:lnTo>
                  <a:pt x="0" y="180870"/>
                </a:lnTo>
                <a:cubicBezTo>
                  <a:pt x="0" y="199376"/>
                  <a:pt x="41994" y="214365"/>
                  <a:pt x="93785" y="214365"/>
                </a:cubicBezTo>
                <a:cubicBezTo>
                  <a:pt x="145575" y="214365"/>
                  <a:pt x="187569" y="199376"/>
                  <a:pt x="187569" y="180870"/>
                </a:cubicBezTo>
                <a:lnTo>
                  <a:pt x="187569" y="153154"/>
                </a:lnTo>
                <a:cubicBezTo>
                  <a:pt x="181373" y="157257"/>
                  <a:pt x="174255" y="160564"/>
                  <a:pt x="166845" y="163202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4" name="Text 22"/>
          <p:cNvSpPr/>
          <p:nvPr/>
        </p:nvSpPr>
        <p:spPr>
          <a:xfrm>
            <a:off x="1229025" y="3494144"/>
            <a:ext cx="1196870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Neon Database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9025" y="3744237"/>
            <a:ext cx="1179007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PostgreSQL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8792" y="4065784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76" y="4030056"/>
            <a:ext cx="137550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PostgreSQL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8792" y="4298012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9" name="Text 27"/>
          <p:cNvSpPr/>
          <p:nvPr/>
        </p:nvSpPr>
        <p:spPr>
          <a:xfrm>
            <a:off x="920876" y="4262285"/>
            <a:ext cx="124153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Auto-scaling storage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8792" y="4530241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1" name="Text 29"/>
          <p:cNvSpPr/>
          <p:nvPr/>
        </p:nvSpPr>
        <p:spPr>
          <a:xfrm>
            <a:off x="920876" y="4494513"/>
            <a:ext cx="132191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Branching for dev/test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0847" y="5066573"/>
            <a:ext cx="5661018" cy="1704200"/>
          </a:xfrm>
          <a:custGeom>
            <a:avLst/>
            <a:gdLst/>
            <a:ahLst/>
            <a:cxnLst/>
            <a:rect l="l" t="t" r="r" b="b"/>
            <a:pathLst>
              <a:path w="5661018" h="1704200">
                <a:moveTo>
                  <a:pt x="142914" y="0"/>
                </a:moveTo>
                <a:lnTo>
                  <a:pt x="5518104" y="0"/>
                </a:lnTo>
                <a:cubicBezTo>
                  <a:pt x="5597033" y="0"/>
                  <a:pt x="5661018" y="63985"/>
                  <a:pt x="5661018" y="142914"/>
                </a:cubicBezTo>
                <a:lnTo>
                  <a:pt x="5661018" y="1561286"/>
                </a:lnTo>
                <a:cubicBezTo>
                  <a:pt x="5661018" y="1640216"/>
                  <a:pt x="5597033" y="1704200"/>
                  <a:pt x="5518104" y="1704200"/>
                </a:cubicBezTo>
                <a:lnTo>
                  <a:pt x="142914" y="1704200"/>
                </a:lnTo>
                <a:cubicBezTo>
                  <a:pt x="64038" y="1704200"/>
                  <a:pt x="0" y="1640163"/>
                  <a:pt x="0" y="1561286"/>
                </a:cubicBezTo>
                <a:lnTo>
                  <a:pt x="0" y="142914"/>
                </a:lnTo>
                <a:cubicBezTo>
                  <a:pt x="0" y="64038"/>
                  <a:pt x="64038" y="0"/>
                  <a:pt x="14291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3058" y="5337681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71455" y="0"/>
                </a:moveTo>
                <a:lnTo>
                  <a:pt x="285820" y="0"/>
                </a:lnTo>
                <a:cubicBezTo>
                  <a:pt x="325283" y="0"/>
                  <a:pt x="357275" y="31991"/>
                  <a:pt x="357275" y="71455"/>
                </a:cubicBezTo>
                <a:lnTo>
                  <a:pt x="357275" y="285820"/>
                </a:lnTo>
                <a:cubicBezTo>
                  <a:pt x="357275" y="325283"/>
                  <a:pt x="325283" y="357275"/>
                  <a:pt x="285820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33493" y="5435931"/>
            <a:ext cx="180870" cy="160774"/>
          </a:xfrm>
          <a:custGeom>
            <a:avLst/>
            <a:gdLst/>
            <a:ahLst/>
            <a:cxnLst/>
            <a:rect l="l" t="t" r="r" b="b"/>
            <a:pathLst>
              <a:path w="180870" h="160774">
                <a:moveTo>
                  <a:pt x="70370" y="30490"/>
                </a:moveTo>
                <a:lnTo>
                  <a:pt x="70370" y="46065"/>
                </a:lnTo>
                <a:lnTo>
                  <a:pt x="70527" y="46222"/>
                </a:lnTo>
                <a:cubicBezTo>
                  <a:pt x="72568" y="20348"/>
                  <a:pt x="94203" y="0"/>
                  <a:pt x="120612" y="0"/>
                </a:cubicBezTo>
                <a:cubicBezTo>
                  <a:pt x="126923" y="0"/>
                  <a:pt x="132984" y="1162"/>
                  <a:pt x="138542" y="3297"/>
                </a:cubicBezTo>
                <a:cubicBezTo>
                  <a:pt x="141682" y="4490"/>
                  <a:pt x="142247" y="8478"/>
                  <a:pt x="139892" y="10865"/>
                </a:cubicBezTo>
                <a:lnTo>
                  <a:pt x="112039" y="38718"/>
                </a:lnTo>
                <a:cubicBezTo>
                  <a:pt x="111097" y="39660"/>
                  <a:pt x="110563" y="40947"/>
                  <a:pt x="110563" y="42266"/>
                </a:cubicBezTo>
                <a:lnTo>
                  <a:pt x="110563" y="55266"/>
                </a:lnTo>
                <a:cubicBezTo>
                  <a:pt x="110563" y="58029"/>
                  <a:pt x="112824" y="60290"/>
                  <a:pt x="115587" y="60290"/>
                </a:cubicBezTo>
                <a:lnTo>
                  <a:pt x="128588" y="60290"/>
                </a:lnTo>
                <a:cubicBezTo>
                  <a:pt x="129906" y="60290"/>
                  <a:pt x="131194" y="59756"/>
                  <a:pt x="132136" y="58814"/>
                </a:cubicBezTo>
                <a:lnTo>
                  <a:pt x="159989" y="30961"/>
                </a:lnTo>
                <a:cubicBezTo>
                  <a:pt x="162375" y="28575"/>
                  <a:pt x="166363" y="29172"/>
                  <a:pt x="167556" y="32312"/>
                </a:cubicBezTo>
                <a:cubicBezTo>
                  <a:pt x="169692" y="37870"/>
                  <a:pt x="170853" y="43930"/>
                  <a:pt x="170853" y="50242"/>
                </a:cubicBezTo>
                <a:cubicBezTo>
                  <a:pt x="170853" y="69271"/>
                  <a:pt x="160271" y="85851"/>
                  <a:pt x="144633" y="94360"/>
                </a:cubicBezTo>
                <a:lnTo>
                  <a:pt x="170225" y="119952"/>
                </a:lnTo>
                <a:cubicBezTo>
                  <a:pt x="176097" y="125824"/>
                  <a:pt x="176097" y="135370"/>
                  <a:pt x="170225" y="141274"/>
                </a:cubicBezTo>
                <a:lnTo>
                  <a:pt x="151353" y="160146"/>
                </a:lnTo>
                <a:cubicBezTo>
                  <a:pt x="145481" y="166018"/>
                  <a:pt x="135935" y="166018"/>
                  <a:pt x="130032" y="160146"/>
                </a:cubicBezTo>
                <a:lnTo>
                  <a:pt x="90467" y="120580"/>
                </a:lnTo>
                <a:cubicBezTo>
                  <a:pt x="81863" y="111976"/>
                  <a:pt x="79916" y="99259"/>
                  <a:pt x="84657" y="88771"/>
                </a:cubicBezTo>
                <a:lnTo>
                  <a:pt x="56177" y="60290"/>
                </a:lnTo>
                <a:lnTo>
                  <a:pt x="40602" y="60290"/>
                </a:lnTo>
                <a:cubicBezTo>
                  <a:pt x="37242" y="60290"/>
                  <a:pt x="34102" y="58626"/>
                  <a:pt x="32249" y="55831"/>
                </a:cubicBezTo>
                <a:lnTo>
                  <a:pt x="7348" y="18495"/>
                </a:lnTo>
                <a:cubicBezTo>
                  <a:pt x="6029" y="16517"/>
                  <a:pt x="6280" y="13848"/>
                  <a:pt x="7976" y="12152"/>
                </a:cubicBezTo>
                <a:lnTo>
                  <a:pt x="22232" y="-2104"/>
                </a:lnTo>
                <a:cubicBezTo>
                  <a:pt x="23928" y="-3800"/>
                  <a:pt x="26565" y="-4051"/>
                  <a:pt x="28575" y="-2732"/>
                </a:cubicBezTo>
                <a:lnTo>
                  <a:pt x="65911" y="22138"/>
                </a:lnTo>
                <a:cubicBezTo>
                  <a:pt x="68706" y="23990"/>
                  <a:pt x="70370" y="27131"/>
                  <a:pt x="70370" y="30490"/>
                </a:cubicBezTo>
                <a:close/>
                <a:moveTo>
                  <a:pt x="67701" y="93136"/>
                </a:moveTo>
                <a:cubicBezTo>
                  <a:pt x="65723" y="104754"/>
                  <a:pt x="68454" y="117032"/>
                  <a:pt x="75991" y="126860"/>
                </a:cubicBezTo>
                <a:lnTo>
                  <a:pt x="46160" y="156660"/>
                </a:lnTo>
                <a:cubicBezTo>
                  <a:pt x="37336" y="165484"/>
                  <a:pt x="23017" y="165484"/>
                  <a:pt x="14193" y="156660"/>
                </a:cubicBezTo>
                <a:cubicBezTo>
                  <a:pt x="5370" y="147836"/>
                  <a:pt x="5370" y="133517"/>
                  <a:pt x="14193" y="124694"/>
                </a:cubicBezTo>
                <a:lnTo>
                  <a:pt x="56710" y="82177"/>
                </a:lnTo>
                <a:lnTo>
                  <a:pt x="67701" y="9316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5" name="Text 33"/>
          <p:cNvSpPr/>
          <p:nvPr/>
        </p:nvSpPr>
        <p:spPr>
          <a:xfrm>
            <a:off x="1007515" y="5391272"/>
            <a:ext cx="189355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Activities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6630" y="5841438"/>
            <a:ext cx="1686337" cy="828877"/>
          </a:xfrm>
          <a:custGeom>
            <a:avLst/>
            <a:gdLst/>
            <a:ahLst/>
            <a:cxnLst/>
            <a:rect l="l" t="t" r="r" b="b"/>
            <a:pathLst>
              <a:path w="1686337" h="828877">
                <a:moveTo>
                  <a:pt x="71458" y="0"/>
                </a:moveTo>
                <a:lnTo>
                  <a:pt x="1614879" y="0"/>
                </a:lnTo>
                <a:cubicBezTo>
                  <a:pt x="1654344" y="0"/>
                  <a:pt x="1686337" y="31993"/>
                  <a:pt x="1686337" y="71458"/>
                </a:cubicBezTo>
                <a:lnTo>
                  <a:pt x="1686337" y="757420"/>
                </a:lnTo>
                <a:cubicBezTo>
                  <a:pt x="1686337" y="796885"/>
                  <a:pt x="1654344" y="828877"/>
                  <a:pt x="1614879" y="828877"/>
                </a:cubicBezTo>
                <a:lnTo>
                  <a:pt x="71458" y="828877"/>
                </a:lnTo>
                <a:cubicBezTo>
                  <a:pt x="32019" y="828877"/>
                  <a:pt x="0" y="796858"/>
                  <a:pt x="0" y="757420"/>
                </a:cubicBezTo>
                <a:lnTo>
                  <a:pt x="0" y="71458"/>
                </a:lnTo>
                <a:cubicBezTo>
                  <a:pt x="0" y="32019"/>
                  <a:pt x="32019" y="0"/>
                  <a:pt x="7145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69553" y="5952196"/>
            <a:ext cx="241160" cy="214365"/>
          </a:xfrm>
          <a:custGeom>
            <a:avLst/>
            <a:gdLst/>
            <a:ahLst/>
            <a:cxnLst/>
            <a:rect l="l" t="t" r="r" b="b"/>
            <a:pathLst>
              <a:path w="241160" h="214365">
                <a:moveTo>
                  <a:pt x="80387" y="40193"/>
                </a:moveTo>
                <a:cubicBezTo>
                  <a:pt x="80387" y="18003"/>
                  <a:pt x="98390" y="0"/>
                  <a:pt x="120580" y="0"/>
                </a:cubicBezTo>
                <a:cubicBezTo>
                  <a:pt x="142770" y="0"/>
                  <a:pt x="160774" y="18003"/>
                  <a:pt x="160774" y="40193"/>
                </a:cubicBezTo>
                <a:lnTo>
                  <a:pt x="160774" y="41701"/>
                </a:lnTo>
                <a:cubicBezTo>
                  <a:pt x="160774" y="48274"/>
                  <a:pt x="155456" y="53591"/>
                  <a:pt x="148883" y="53591"/>
                </a:cubicBezTo>
                <a:lnTo>
                  <a:pt x="92319" y="53591"/>
                </a:lnTo>
                <a:cubicBezTo>
                  <a:pt x="85746" y="53591"/>
                  <a:pt x="80429" y="48274"/>
                  <a:pt x="80429" y="41701"/>
                </a:cubicBezTo>
                <a:lnTo>
                  <a:pt x="80429" y="40193"/>
                </a:lnTo>
                <a:close/>
                <a:moveTo>
                  <a:pt x="225083" y="45553"/>
                </a:moveTo>
                <a:cubicBezTo>
                  <a:pt x="229521" y="51456"/>
                  <a:pt x="228307" y="59871"/>
                  <a:pt x="222404" y="64309"/>
                </a:cubicBezTo>
                <a:lnTo>
                  <a:pt x="181456" y="94999"/>
                </a:lnTo>
                <a:cubicBezTo>
                  <a:pt x="183675" y="98725"/>
                  <a:pt x="185350" y="102828"/>
                  <a:pt x="186397" y="107182"/>
                </a:cubicBezTo>
                <a:lnTo>
                  <a:pt x="227763" y="107182"/>
                </a:lnTo>
                <a:cubicBezTo>
                  <a:pt x="235173" y="107182"/>
                  <a:pt x="241160" y="113170"/>
                  <a:pt x="241160" y="120580"/>
                </a:cubicBezTo>
                <a:cubicBezTo>
                  <a:pt x="241160" y="127991"/>
                  <a:pt x="235173" y="133978"/>
                  <a:pt x="227763" y="133978"/>
                </a:cubicBezTo>
                <a:lnTo>
                  <a:pt x="187569" y="133978"/>
                </a:lnTo>
                <a:lnTo>
                  <a:pt x="187569" y="147376"/>
                </a:lnTo>
                <a:cubicBezTo>
                  <a:pt x="187569" y="148464"/>
                  <a:pt x="187527" y="149595"/>
                  <a:pt x="187485" y="150683"/>
                </a:cubicBezTo>
                <a:lnTo>
                  <a:pt x="222404" y="176851"/>
                </a:lnTo>
                <a:cubicBezTo>
                  <a:pt x="228307" y="181289"/>
                  <a:pt x="229521" y="189705"/>
                  <a:pt x="225083" y="195608"/>
                </a:cubicBezTo>
                <a:cubicBezTo>
                  <a:pt x="220645" y="201511"/>
                  <a:pt x="212230" y="202725"/>
                  <a:pt x="206326" y="198287"/>
                </a:cubicBezTo>
                <a:lnTo>
                  <a:pt x="179907" y="178484"/>
                </a:lnTo>
                <a:cubicBezTo>
                  <a:pt x="170194" y="196990"/>
                  <a:pt x="152065" y="210387"/>
                  <a:pt x="130629" y="213611"/>
                </a:cubicBezTo>
                <a:lnTo>
                  <a:pt x="130629" y="117231"/>
                </a:lnTo>
                <a:cubicBezTo>
                  <a:pt x="130629" y="111662"/>
                  <a:pt x="126149" y="107182"/>
                  <a:pt x="120580" y="107182"/>
                </a:cubicBezTo>
                <a:cubicBezTo>
                  <a:pt x="115012" y="107182"/>
                  <a:pt x="110532" y="111662"/>
                  <a:pt x="110532" y="117231"/>
                </a:cubicBezTo>
                <a:lnTo>
                  <a:pt x="110532" y="213611"/>
                </a:lnTo>
                <a:cubicBezTo>
                  <a:pt x="89095" y="210387"/>
                  <a:pt x="70966" y="196990"/>
                  <a:pt x="61253" y="178484"/>
                </a:cubicBezTo>
                <a:lnTo>
                  <a:pt x="34834" y="198287"/>
                </a:lnTo>
                <a:cubicBezTo>
                  <a:pt x="28931" y="202725"/>
                  <a:pt x="20515" y="201511"/>
                  <a:pt x="16077" y="195608"/>
                </a:cubicBezTo>
                <a:cubicBezTo>
                  <a:pt x="11639" y="189705"/>
                  <a:pt x="12854" y="181289"/>
                  <a:pt x="18757" y="176851"/>
                </a:cubicBezTo>
                <a:lnTo>
                  <a:pt x="53675" y="150683"/>
                </a:lnTo>
                <a:cubicBezTo>
                  <a:pt x="53633" y="149595"/>
                  <a:pt x="53591" y="148506"/>
                  <a:pt x="53591" y="147376"/>
                </a:cubicBezTo>
                <a:lnTo>
                  <a:pt x="53591" y="133978"/>
                </a:lnTo>
                <a:lnTo>
                  <a:pt x="13398" y="133978"/>
                </a:lnTo>
                <a:cubicBezTo>
                  <a:pt x="5987" y="133978"/>
                  <a:pt x="0" y="127991"/>
                  <a:pt x="0" y="120580"/>
                </a:cubicBezTo>
                <a:cubicBezTo>
                  <a:pt x="0" y="113170"/>
                  <a:pt x="5987" y="107182"/>
                  <a:pt x="13398" y="107182"/>
                </a:cubicBezTo>
                <a:lnTo>
                  <a:pt x="54764" y="107182"/>
                </a:lnTo>
                <a:cubicBezTo>
                  <a:pt x="55810" y="102828"/>
                  <a:pt x="57485" y="98725"/>
                  <a:pt x="59704" y="94999"/>
                </a:cubicBezTo>
                <a:lnTo>
                  <a:pt x="18757" y="64309"/>
                </a:lnTo>
                <a:cubicBezTo>
                  <a:pt x="12854" y="59871"/>
                  <a:pt x="11639" y="51456"/>
                  <a:pt x="16077" y="45553"/>
                </a:cubicBezTo>
                <a:cubicBezTo>
                  <a:pt x="20515" y="39649"/>
                  <a:pt x="28931" y="38435"/>
                  <a:pt x="34834" y="42873"/>
                </a:cubicBezTo>
                <a:lnTo>
                  <a:pt x="80387" y="77037"/>
                </a:lnTo>
                <a:cubicBezTo>
                  <a:pt x="85537" y="74902"/>
                  <a:pt x="91189" y="73688"/>
                  <a:pt x="97134" y="73688"/>
                </a:cubicBezTo>
                <a:lnTo>
                  <a:pt x="144026" y="73688"/>
                </a:lnTo>
                <a:cubicBezTo>
                  <a:pt x="149972" y="73688"/>
                  <a:pt x="155624" y="74860"/>
                  <a:pt x="160774" y="77037"/>
                </a:cubicBezTo>
                <a:lnTo>
                  <a:pt x="206326" y="42873"/>
                </a:lnTo>
                <a:cubicBezTo>
                  <a:pt x="212230" y="38435"/>
                  <a:pt x="220645" y="39649"/>
                  <a:pt x="225083" y="4555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8" name="Text 36"/>
          <p:cNvSpPr/>
          <p:nvPr/>
        </p:nvSpPr>
        <p:spPr>
          <a:xfrm>
            <a:off x="626124" y="6238016"/>
            <a:ext cx="152734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Fixes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0590" y="6416653"/>
            <a:ext cx="1518418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 resolution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348077" y="5841438"/>
            <a:ext cx="1686337" cy="828877"/>
          </a:xfrm>
          <a:custGeom>
            <a:avLst/>
            <a:gdLst/>
            <a:ahLst/>
            <a:cxnLst/>
            <a:rect l="l" t="t" r="r" b="b"/>
            <a:pathLst>
              <a:path w="1686337" h="828877">
                <a:moveTo>
                  <a:pt x="71458" y="0"/>
                </a:moveTo>
                <a:lnTo>
                  <a:pt x="1614879" y="0"/>
                </a:lnTo>
                <a:cubicBezTo>
                  <a:pt x="1654344" y="0"/>
                  <a:pt x="1686337" y="31993"/>
                  <a:pt x="1686337" y="71458"/>
                </a:cubicBezTo>
                <a:lnTo>
                  <a:pt x="1686337" y="757420"/>
                </a:lnTo>
                <a:cubicBezTo>
                  <a:pt x="1686337" y="796885"/>
                  <a:pt x="1654344" y="828877"/>
                  <a:pt x="1614879" y="828877"/>
                </a:cubicBezTo>
                <a:lnTo>
                  <a:pt x="71458" y="828877"/>
                </a:lnTo>
                <a:cubicBezTo>
                  <a:pt x="32019" y="828877"/>
                  <a:pt x="0" y="796858"/>
                  <a:pt x="0" y="757420"/>
                </a:cubicBezTo>
                <a:lnTo>
                  <a:pt x="0" y="71458"/>
                </a:lnTo>
                <a:cubicBezTo>
                  <a:pt x="0" y="32019"/>
                  <a:pt x="32019" y="0"/>
                  <a:pt x="7145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84397" y="5952196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20097" y="26796"/>
                </a:moveTo>
                <a:cubicBezTo>
                  <a:pt x="9002" y="26796"/>
                  <a:pt x="0" y="35797"/>
                  <a:pt x="0" y="46892"/>
                </a:cubicBezTo>
                <a:cubicBezTo>
                  <a:pt x="0" y="53214"/>
                  <a:pt x="2973" y="59160"/>
                  <a:pt x="8039" y="62970"/>
                </a:cubicBezTo>
                <a:lnTo>
                  <a:pt x="95124" y="128284"/>
                </a:lnTo>
                <a:cubicBezTo>
                  <a:pt x="102284" y="133643"/>
                  <a:pt x="112081" y="133643"/>
                  <a:pt x="119240" y="128284"/>
                </a:cubicBezTo>
                <a:lnTo>
                  <a:pt x="206326" y="62970"/>
                </a:lnTo>
                <a:cubicBezTo>
                  <a:pt x="211392" y="59160"/>
                  <a:pt x="214365" y="53214"/>
                  <a:pt x="214365" y="46892"/>
                </a:cubicBezTo>
                <a:cubicBezTo>
                  <a:pt x="214365" y="35797"/>
                  <a:pt x="205363" y="26796"/>
                  <a:pt x="194268" y="26796"/>
                </a:cubicBezTo>
                <a:lnTo>
                  <a:pt x="20097" y="26796"/>
                </a:lnTo>
                <a:close/>
                <a:moveTo>
                  <a:pt x="0" y="82062"/>
                </a:moveTo>
                <a:lnTo>
                  <a:pt x="0" y="160774"/>
                </a:lnTo>
                <a:cubicBezTo>
                  <a:pt x="0" y="175553"/>
                  <a:pt x="12016" y="187569"/>
                  <a:pt x="26796" y="187569"/>
                </a:cubicBezTo>
                <a:lnTo>
                  <a:pt x="187569" y="187569"/>
                </a:lnTo>
                <a:cubicBezTo>
                  <a:pt x="202349" y="187569"/>
                  <a:pt x="214365" y="175553"/>
                  <a:pt x="214365" y="160774"/>
                </a:cubicBezTo>
                <a:lnTo>
                  <a:pt x="214365" y="82062"/>
                </a:lnTo>
                <a:lnTo>
                  <a:pt x="131298" y="144361"/>
                </a:lnTo>
                <a:cubicBezTo>
                  <a:pt x="117021" y="155080"/>
                  <a:pt x="97343" y="155080"/>
                  <a:pt x="83066" y="144361"/>
                </a:cubicBezTo>
                <a:lnTo>
                  <a:pt x="0" y="8206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2" name="Text 40"/>
          <p:cNvSpPr/>
          <p:nvPr/>
        </p:nvSpPr>
        <p:spPr>
          <a:xfrm>
            <a:off x="2427570" y="6238016"/>
            <a:ext cx="152734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 Updates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432036" y="6416653"/>
            <a:ext cx="1518418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design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149523" y="5841438"/>
            <a:ext cx="1686337" cy="828877"/>
          </a:xfrm>
          <a:custGeom>
            <a:avLst/>
            <a:gdLst/>
            <a:ahLst/>
            <a:cxnLst/>
            <a:rect l="l" t="t" r="r" b="b"/>
            <a:pathLst>
              <a:path w="1686337" h="828877">
                <a:moveTo>
                  <a:pt x="71458" y="0"/>
                </a:moveTo>
                <a:lnTo>
                  <a:pt x="1614879" y="0"/>
                </a:lnTo>
                <a:cubicBezTo>
                  <a:pt x="1654344" y="0"/>
                  <a:pt x="1686337" y="31993"/>
                  <a:pt x="1686337" y="71458"/>
                </a:cubicBezTo>
                <a:lnTo>
                  <a:pt x="1686337" y="757420"/>
                </a:lnTo>
                <a:cubicBezTo>
                  <a:pt x="1686337" y="796885"/>
                  <a:pt x="1654344" y="828877"/>
                  <a:pt x="1614879" y="828877"/>
                </a:cubicBezTo>
                <a:lnTo>
                  <a:pt x="71458" y="828877"/>
                </a:lnTo>
                <a:cubicBezTo>
                  <a:pt x="32019" y="828877"/>
                  <a:pt x="0" y="796858"/>
                  <a:pt x="0" y="757420"/>
                </a:cubicBezTo>
                <a:lnTo>
                  <a:pt x="0" y="71458"/>
                </a:lnTo>
                <a:cubicBezTo>
                  <a:pt x="0" y="32019"/>
                  <a:pt x="32019" y="0"/>
                  <a:pt x="7145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85844" y="5952196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107182" y="214365"/>
                </a:moveTo>
                <a:cubicBezTo>
                  <a:pt x="166338" y="214365"/>
                  <a:pt x="214365" y="166338"/>
                  <a:pt x="214365" y="107182"/>
                </a:cubicBezTo>
                <a:cubicBezTo>
                  <a:pt x="214365" y="48027"/>
                  <a:pt x="166338" y="0"/>
                  <a:pt x="107182" y="0"/>
                </a:cubicBezTo>
                <a:cubicBezTo>
                  <a:pt x="48027" y="0"/>
                  <a:pt x="0" y="48027"/>
                  <a:pt x="0" y="107182"/>
                </a:cubicBezTo>
                <a:cubicBezTo>
                  <a:pt x="0" y="166338"/>
                  <a:pt x="48027" y="214365"/>
                  <a:pt x="107182" y="214365"/>
                </a:cubicBezTo>
                <a:close/>
                <a:moveTo>
                  <a:pt x="97134" y="144026"/>
                </a:moveTo>
                <a:lnTo>
                  <a:pt x="97134" y="117231"/>
                </a:lnTo>
                <a:lnTo>
                  <a:pt x="70338" y="117231"/>
                </a:lnTo>
                <a:cubicBezTo>
                  <a:pt x="64770" y="117231"/>
                  <a:pt x="60290" y="112751"/>
                  <a:pt x="60290" y="107182"/>
                </a:cubicBezTo>
                <a:cubicBezTo>
                  <a:pt x="60290" y="101614"/>
                  <a:pt x="64770" y="97134"/>
                  <a:pt x="70338" y="97134"/>
                </a:cubicBezTo>
                <a:lnTo>
                  <a:pt x="97134" y="97134"/>
                </a:lnTo>
                <a:lnTo>
                  <a:pt x="97134" y="70338"/>
                </a:lnTo>
                <a:cubicBezTo>
                  <a:pt x="97134" y="64770"/>
                  <a:pt x="101614" y="60290"/>
                  <a:pt x="107182" y="60290"/>
                </a:cubicBezTo>
                <a:cubicBezTo>
                  <a:pt x="112751" y="60290"/>
                  <a:pt x="117231" y="64770"/>
                  <a:pt x="117231" y="70338"/>
                </a:cubicBezTo>
                <a:lnTo>
                  <a:pt x="117231" y="97134"/>
                </a:lnTo>
                <a:lnTo>
                  <a:pt x="144026" y="97134"/>
                </a:lnTo>
                <a:cubicBezTo>
                  <a:pt x="149595" y="97134"/>
                  <a:pt x="154075" y="101614"/>
                  <a:pt x="154075" y="107182"/>
                </a:cubicBezTo>
                <a:cubicBezTo>
                  <a:pt x="154075" y="112751"/>
                  <a:pt x="149595" y="117231"/>
                  <a:pt x="144026" y="117231"/>
                </a:cubicBezTo>
                <a:lnTo>
                  <a:pt x="117231" y="117231"/>
                </a:lnTo>
                <a:lnTo>
                  <a:pt x="117231" y="144026"/>
                </a:lnTo>
                <a:cubicBezTo>
                  <a:pt x="117231" y="149595"/>
                  <a:pt x="112751" y="154075"/>
                  <a:pt x="107182" y="154075"/>
                </a:cubicBezTo>
                <a:cubicBezTo>
                  <a:pt x="101614" y="154075"/>
                  <a:pt x="97134" y="149595"/>
                  <a:pt x="97134" y="14402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6" name="Text 44"/>
          <p:cNvSpPr/>
          <p:nvPr/>
        </p:nvSpPr>
        <p:spPr>
          <a:xfrm>
            <a:off x="4229016" y="6238016"/>
            <a:ext cx="152734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Enhancements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233482" y="6416653"/>
            <a:ext cx="1518418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features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2479" y="1075397"/>
            <a:ext cx="5661018" cy="5696737"/>
          </a:xfrm>
          <a:custGeom>
            <a:avLst/>
            <a:gdLst/>
            <a:ahLst/>
            <a:cxnLst/>
            <a:rect l="l" t="t" r="r" b="b"/>
            <a:pathLst>
              <a:path w="5661018" h="5696737">
                <a:moveTo>
                  <a:pt x="142884" y="0"/>
                </a:moveTo>
                <a:lnTo>
                  <a:pt x="5518134" y="0"/>
                </a:lnTo>
                <a:cubicBezTo>
                  <a:pt x="5597047" y="0"/>
                  <a:pt x="5661018" y="63081"/>
                  <a:pt x="5661018" y="140896"/>
                </a:cubicBezTo>
                <a:lnTo>
                  <a:pt x="5661018" y="5555841"/>
                </a:lnTo>
                <a:cubicBezTo>
                  <a:pt x="5661018" y="5633656"/>
                  <a:pt x="5597047" y="5696737"/>
                  <a:pt x="5518134" y="5696737"/>
                </a:cubicBezTo>
                <a:lnTo>
                  <a:pt x="142884" y="5696737"/>
                </a:lnTo>
                <a:cubicBezTo>
                  <a:pt x="63971" y="5696737"/>
                  <a:pt x="0" y="5633656"/>
                  <a:pt x="0" y="5555841"/>
                </a:cubicBezTo>
                <a:lnTo>
                  <a:pt x="0" y="140896"/>
                </a:lnTo>
                <a:cubicBezTo>
                  <a:pt x="0" y="63133"/>
                  <a:pt x="64024" y="0"/>
                  <a:pt x="142884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F6AD55">
                  <a:alpha val="5000"/>
                </a:srgbClr>
              </a:gs>
            </a:gsLst>
            <a:lin ang="2700000" scaled="1"/>
          </a:gradFill>
          <a:ln w="10160">
            <a:solidFill>
              <a:srgbClr val="F6AD55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4689" y="1257605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71455" y="0"/>
                </a:moveTo>
                <a:lnTo>
                  <a:pt x="285820" y="0"/>
                </a:lnTo>
                <a:cubicBezTo>
                  <a:pt x="325283" y="0"/>
                  <a:pt x="357275" y="31991"/>
                  <a:pt x="357275" y="71455"/>
                </a:cubicBezTo>
                <a:lnTo>
                  <a:pt x="357275" y="285820"/>
                </a:lnTo>
                <a:cubicBezTo>
                  <a:pt x="357275" y="325283"/>
                  <a:pt x="325283" y="357275"/>
                  <a:pt x="285820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75270" y="1355856"/>
            <a:ext cx="120580" cy="160774"/>
          </a:xfrm>
          <a:custGeom>
            <a:avLst/>
            <a:gdLst/>
            <a:ahLst/>
            <a:cxnLst/>
            <a:rect l="l" t="t" r="r" b="b"/>
            <a:pathLst>
              <a:path w="120580" h="160774">
                <a:moveTo>
                  <a:pt x="91974" y="120580"/>
                </a:moveTo>
                <a:cubicBezTo>
                  <a:pt x="94266" y="113578"/>
                  <a:pt x="98851" y="107235"/>
                  <a:pt x="104032" y="101771"/>
                </a:cubicBezTo>
                <a:cubicBezTo>
                  <a:pt x="114300" y="90969"/>
                  <a:pt x="120580" y="76367"/>
                  <a:pt x="120580" y="60290"/>
                </a:cubicBezTo>
                <a:cubicBezTo>
                  <a:pt x="120580" y="27005"/>
                  <a:pt x="93575" y="0"/>
                  <a:pt x="60290" y="0"/>
                </a:cubicBezTo>
                <a:cubicBezTo>
                  <a:pt x="27005" y="0"/>
                  <a:pt x="0" y="27005"/>
                  <a:pt x="0" y="60290"/>
                </a:cubicBezTo>
                <a:cubicBezTo>
                  <a:pt x="0" y="76367"/>
                  <a:pt x="6280" y="90969"/>
                  <a:pt x="16548" y="101771"/>
                </a:cubicBezTo>
                <a:cubicBezTo>
                  <a:pt x="21730" y="107235"/>
                  <a:pt x="26346" y="113578"/>
                  <a:pt x="28606" y="120580"/>
                </a:cubicBezTo>
                <a:lnTo>
                  <a:pt x="91942" y="120580"/>
                </a:lnTo>
                <a:close/>
                <a:moveTo>
                  <a:pt x="90435" y="135653"/>
                </a:moveTo>
                <a:lnTo>
                  <a:pt x="30145" y="135653"/>
                </a:lnTo>
                <a:lnTo>
                  <a:pt x="30145" y="140677"/>
                </a:lnTo>
                <a:cubicBezTo>
                  <a:pt x="30145" y="154556"/>
                  <a:pt x="41387" y="165798"/>
                  <a:pt x="55266" y="165798"/>
                </a:cubicBezTo>
                <a:lnTo>
                  <a:pt x="65314" y="165798"/>
                </a:lnTo>
                <a:cubicBezTo>
                  <a:pt x="79194" y="165798"/>
                  <a:pt x="90435" y="154556"/>
                  <a:pt x="90435" y="140677"/>
                </a:cubicBezTo>
                <a:lnTo>
                  <a:pt x="90435" y="135653"/>
                </a:lnTo>
                <a:close/>
                <a:moveTo>
                  <a:pt x="57778" y="35169"/>
                </a:moveTo>
                <a:cubicBezTo>
                  <a:pt x="45280" y="35169"/>
                  <a:pt x="35169" y="45280"/>
                  <a:pt x="35169" y="57778"/>
                </a:cubicBezTo>
                <a:cubicBezTo>
                  <a:pt x="35169" y="61954"/>
                  <a:pt x="31809" y="65314"/>
                  <a:pt x="27633" y="65314"/>
                </a:cubicBezTo>
                <a:cubicBezTo>
                  <a:pt x="23457" y="65314"/>
                  <a:pt x="20097" y="61954"/>
                  <a:pt x="20097" y="57778"/>
                </a:cubicBezTo>
                <a:cubicBezTo>
                  <a:pt x="20097" y="36959"/>
                  <a:pt x="36959" y="20097"/>
                  <a:pt x="57778" y="20097"/>
                </a:cubicBezTo>
                <a:cubicBezTo>
                  <a:pt x="61954" y="20097"/>
                  <a:pt x="65314" y="23457"/>
                  <a:pt x="65314" y="27633"/>
                </a:cubicBezTo>
                <a:cubicBezTo>
                  <a:pt x="65314" y="31809"/>
                  <a:pt x="61954" y="35169"/>
                  <a:pt x="57778" y="3516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1" name="Text 49"/>
          <p:cNvSpPr/>
          <p:nvPr/>
        </p:nvSpPr>
        <p:spPr>
          <a:xfrm>
            <a:off x="6819147" y="1311196"/>
            <a:ext cx="114327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72553" y="1757790"/>
            <a:ext cx="5278734" cy="928914"/>
          </a:xfrm>
          <a:custGeom>
            <a:avLst/>
            <a:gdLst/>
            <a:ahLst/>
            <a:cxnLst/>
            <a:rect l="l" t="t" r="r" b="b"/>
            <a:pathLst>
              <a:path w="5278734" h="928914">
                <a:moveTo>
                  <a:pt x="35727" y="0"/>
                </a:moveTo>
                <a:lnTo>
                  <a:pt x="5171556" y="0"/>
                </a:lnTo>
                <a:cubicBezTo>
                  <a:pt x="5230749" y="0"/>
                  <a:pt x="5278734" y="47985"/>
                  <a:pt x="5278734" y="107178"/>
                </a:cubicBezTo>
                <a:lnTo>
                  <a:pt x="5278734" y="821736"/>
                </a:lnTo>
                <a:cubicBezTo>
                  <a:pt x="5278734" y="880929"/>
                  <a:pt x="5230749" y="928914"/>
                  <a:pt x="5171556" y="928914"/>
                </a:cubicBezTo>
                <a:lnTo>
                  <a:pt x="35727" y="928914"/>
                </a:lnTo>
                <a:cubicBezTo>
                  <a:pt x="15996" y="928914"/>
                  <a:pt x="0" y="912919"/>
                  <a:pt x="0" y="893187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72553" y="1757790"/>
            <a:ext cx="35727" cy="928914"/>
          </a:xfrm>
          <a:custGeom>
            <a:avLst/>
            <a:gdLst/>
            <a:ahLst/>
            <a:cxnLst/>
            <a:rect l="l" t="t" r="r" b="b"/>
            <a:pathLst>
              <a:path w="35727" h="928914">
                <a:moveTo>
                  <a:pt x="35727" y="0"/>
                </a:moveTo>
                <a:lnTo>
                  <a:pt x="35727" y="0"/>
                </a:lnTo>
                <a:lnTo>
                  <a:pt x="35727" y="928914"/>
                </a:lnTo>
                <a:lnTo>
                  <a:pt x="35727" y="928914"/>
                </a:lnTo>
                <a:cubicBezTo>
                  <a:pt x="15996" y="928914"/>
                  <a:pt x="0" y="912919"/>
                  <a:pt x="0" y="89318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4" name="Shape 52"/>
          <p:cNvSpPr/>
          <p:nvPr/>
        </p:nvSpPr>
        <p:spPr>
          <a:xfrm>
            <a:off x="6533327" y="1900700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47208" y="2025746"/>
            <a:ext cx="200967" cy="178637"/>
          </a:xfrm>
          <a:custGeom>
            <a:avLst/>
            <a:gdLst/>
            <a:ahLst/>
            <a:cxnLst/>
            <a:rect l="l" t="t" r="r" b="b"/>
            <a:pathLst>
              <a:path w="200967" h="178637">
                <a:moveTo>
                  <a:pt x="33495" y="0"/>
                </a:moveTo>
                <a:cubicBezTo>
                  <a:pt x="21178" y="0"/>
                  <a:pt x="11165" y="10013"/>
                  <a:pt x="11165" y="22330"/>
                </a:cubicBezTo>
                <a:lnTo>
                  <a:pt x="11165" y="156308"/>
                </a:lnTo>
                <a:cubicBezTo>
                  <a:pt x="11165" y="168624"/>
                  <a:pt x="21178" y="178637"/>
                  <a:pt x="33495" y="178637"/>
                </a:cubicBezTo>
                <a:lnTo>
                  <a:pt x="61407" y="178637"/>
                </a:lnTo>
                <a:lnTo>
                  <a:pt x="61407" y="139560"/>
                </a:lnTo>
                <a:cubicBezTo>
                  <a:pt x="61407" y="127244"/>
                  <a:pt x="71420" y="117231"/>
                  <a:pt x="83736" y="117231"/>
                </a:cubicBezTo>
                <a:lnTo>
                  <a:pt x="145143" y="117231"/>
                </a:lnTo>
                <a:lnTo>
                  <a:pt x="145143" y="59488"/>
                </a:lnTo>
                <a:cubicBezTo>
                  <a:pt x="145143" y="53556"/>
                  <a:pt x="142805" y="47869"/>
                  <a:pt x="138618" y="43682"/>
                </a:cubicBezTo>
                <a:lnTo>
                  <a:pt x="101426" y="6524"/>
                </a:lnTo>
                <a:cubicBezTo>
                  <a:pt x="97239" y="2338"/>
                  <a:pt x="91587" y="0"/>
                  <a:pt x="85655" y="0"/>
                </a:cubicBezTo>
                <a:lnTo>
                  <a:pt x="33495" y="0"/>
                </a:lnTo>
                <a:close/>
                <a:moveTo>
                  <a:pt x="124732" y="61407"/>
                </a:moveTo>
                <a:lnTo>
                  <a:pt x="92110" y="61407"/>
                </a:lnTo>
                <a:cubicBezTo>
                  <a:pt x="87470" y="61407"/>
                  <a:pt x="83736" y="57673"/>
                  <a:pt x="83736" y="53033"/>
                </a:cubicBezTo>
                <a:lnTo>
                  <a:pt x="83736" y="20411"/>
                </a:lnTo>
                <a:lnTo>
                  <a:pt x="124732" y="61407"/>
                </a:lnTo>
                <a:close/>
                <a:moveTo>
                  <a:pt x="83736" y="132582"/>
                </a:moveTo>
                <a:cubicBezTo>
                  <a:pt x="79898" y="132582"/>
                  <a:pt x="76758" y="135723"/>
                  <a:pt x="76758" y="139560"/>
                </a:cubicBezTo>
                <a:lnTo>
                  <a:pt x="76758" y="184220"/>
                </a:lnTo>
                <a:cubicBezTo>
                  <a:pt x="76758" y="188058"/>
                  <a:pt x="79898" y="191198"/>
                  <a:pt x="83736" y="191198"/>
                </a:cubicBezTo>
                <a:cubicBezTo>
                  <a:pt x="87574" y="191198"/>
                  <a:pt x="90714" y="188058"/>
                  <a:pt x="90714" y="184220"/>
                </a:cubicBezTo>
                <a:lnTo>
                  <a:pt x="90714" y="174451"/>
                </a:lnTo>
                <a:lnTo>
                  <a:pt x="94901" y="174451"/>
                </a:lnTo>
                <a:cubicBezTo>
                  <a:pt x="106450" y="174451"/>
                  <a:pt x="115835" y="165065"/>
                  <a:pt x="115835" y="153516"/>
                </a:cubicBezTo>
                <a:cubicBezTo>
                  <a:pt x="115835" y="141968"/>
                  <a:pt x="106450" y="132582"/>
                  <a:pt x="94901" y="132582"/>
                </a:cubicBezTo>
                <a:lnTo>
                  <a:pt x="83736" y="132582"/>
                </a:lnTo>
                <a:close/>
                <a:moveTo>
                  <a:pt x="94901" y="160495"/>
                </a:moveTo>
                <a:lnTo>
                  <a:pt x="90714" y="160495"/>
                </a:lnTo>
                <a:lnTo>
                  <a:pt x="90714" y="146538"/>
                </a:lnTo>
                <a:lnTo>
                  <a:pt x="94901" y="146538"/>
                </a:lnTo>
                <a:cubicBezTo>
                  <a:pt x="98739" y="146538"/>
                  <a:pt x="101879" y="149679"/>
                  <a:pt x="101879" y="153516"/>
                </a:cubicBezTo>
                <a:cubicBezTo>
                  <a:pt x="101879" y="157354"/>
                  <a:pt x="98739" y="160495"/>
                  <a:pt x="94901" y="160495"/>
                </a:cubicBezTo>
                <a:close/>
                <a:moveTo>
                  <a:pt x="128396" y="132582"/>
                </a:moveTo>
                <a:cubicBezTo>
                  <a:pt x="124558" y="132582"/>
                  <a:pt x="121418" y="135723"/>
                  <a:pt x="121418" y="139560"/>
                </a:cubicBezTo>
                <a:lnTo>
                  <a:pt x="121418" y="184220"/>
                </a:lnTo>
                <a:cubicBezTo>
                  <a:pt x="121418" y="188058"/>
                  <a:pt x="124558" y="191198"/>
                  <a:pt x="128396" y="191198"/>
                </a:cubicBezTo>
                <a:lnTo>
                  <a:pt x="139560" y="191198"/>
                </a:lnTo>
                <a:cubicBezTo>
                  <a:pt x="149574" y="191198"/>
                  <a:pt x="157703" y="183068"/>
                  <a:pt x="157703" y="173055"/>
                </a:cubicBezTo>
                <a:lnTo>
                  <a:pt x="157703" y="150725"/>
                </a:lnTo>
                <a:cubicBezTo>
                  <a:pt x="157703" y="140712"/>
                  <a:pt x="149574" y="132582"/>
                  <a:pt x="139560" y="132582"/>
                </a:cubicBezTo>
                <a:lnTo>
                  <a:pt x="128396" y="132582"/>
                </a:lnTo>
                <a:close/>
                <a:moveTo>
                  <a:pt x="135374" y="177242"/>
                </a:moveTo>
                <a:lnTo>
                  <a:pt x="135374" y="146538"/>
                </a:lnTo>
                <a:lnTo>
                  <a:pt x="139560" y="146538"/>
                </a:lnTo>
                <a:cubicBezTo>
                  <a:pt x="141863" y="146538"/>
                  <a:pt x="143747" y="148423"/>
                  <a:pt x="143747" y="150725"/>
                </a:cubicBezTo>
                <a:lnTo>
                  <a:pt x="143747" y="173055"/>
                </a:lnTo>
                <a:cubicBezTo>
                  <a:pt x="143747" y="175358"/>
                  <a:pt x="141863" y="177242"/>
                  <a:pt x="139560" y="177242"/>
                </a:cubicBezTo>
                <a:lnTo>
                  <a:pt x="135374" y="177242"/>
                </a:lnTo>
                <a:close/>
                <a:moveTo>
                  <a:pt x="166077" y="139560"/>
                </a:moveTo>
                <a:lnTo>
                  <a:pt x="166077" y="184220"/>
                </a:lnTo>
                <a:cubicBezTo>
                  <a:pt x="166077" y="188058"/>
                  <a:pt x="169217" y="191198"/>
                  <a:pt x="173055" y="191198"/>
                </a:cubicBezTo>
                <a:cubicBezTo>
                  <a:pt x="176893" y="191198"/>
                  <a:pt x="180033" y="188058"/>
                  <a:pt x="180033" y="184220"/>
                </a:cubicBezTo>
                <a:lnTo>
                  <a:pt x="180033" y="168868"/>
                </a:lnTo>
                <a:lnTo>
                  <a:pt x="189802" y="168868"/>
                </a:lnTo>
                <a:cubicBezTo>
                  <a:pt x="193640" y="168868"/>
                  <a:pt x="196780" y="165728"/>
                  <a:pt x="196780" y="161890"/>
                </a:cubicBezTo>
                <a:cubicBezTo>
                  <a:pt x="196780" y="158052"/>
                  <a:pt x="193640" y="154912"/>
                  <a:pt x="189802" y="154912"/>
                </a:cubicBezTo>
                <a:lnTo>
                  <a:pt x="180033" y="154912"/>
                </a:lnTo>
                <a:lnTo>
                  <a:pt x="180033" y="146538"/>
                </a:lnTo>
                <a:lnTo>
                  <a:pt x="189802" y="146538"/>
                </a:lnTo>
                <a:cubicBezTo>
                  <a:pt x="193640" y="146538"/>
                  <a:pt x="196780" y="143398"/>
                  <a:pt x="196780" y="139560"/>
                </a:cubicBezTo>
                <a:cubicBezTo>
                  <a:pt x="196780" y="135723"/>
                  <a:pt x="193640" y="132582"/>
                  <a:pt x="189802" y="132582"/>
                </a:cubicBezTo>
                <a:lnTo>
                  <a:pt x="173055" y="132582"/>
                </a:lnTo>
                <a:cubicBezTo>
                  <a:pt x="169217" y="132582"/>
                  <a:pt x="166077" y="135723"/>
                  <a:pt x="166077" y="13956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6" name="Text 54"/>
          <p:cNvSpPr/>
          <p:nvPr/>
        </p:nvSpPr>
        <p:spPr>
          <a:xfrm>
            <a:off x="7069239" y="1900700"/>
            <a:ext cx="451952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 Invoice Export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69239" y="2186520"/>
            <a:ext cx="4501662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downloadable PDF invoices with professional formatting and branding options.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72553" y="2793887"/>
            <a:ext cx="5278734" cy="750277"/>
          </a:xfrm>
          <a:custGeom>
            <a:avLst/>
            <a:gdLst/>
            <a:ahLst/>
            <a:cxnLst/>
            <a:rect l="l" t="t" r="r" b="b"/>
            <a:pathLst>
              <a:path w="5278734" h="750277">
                <a:moveTo>
                  <a:pt x="35727" y="0"/>
                </a:moveTo>
                <a:lnTo>
                  <a:pt x="5171550" y="0"/>
                </a:lnTo>
                <a:cubicBezTo>
                  <a:pt x="5230746" y="0"/>
                  <a:pt x="5278734" y="47988"/>
                  <a:pt x="5278734" y="107185"/>
                </a:cubicBezTo>
                <a:lnTo>
                  <a:pt x="5278734" y="643092"/>
                </a:lnTo>
                <a:cubicBezTo>
                  <a:pt x="5278734" y="702289"/>
                  <a:pt x="5230746" y="750277"/>
                  <a:pt x="5171550" y="750277"/>
                </a:cubicBezTo>
                <a:lnTo>
                  <a:pt x="35727" y="750277"/>
                </a:lnTo>
                <a:cubicBezTo>
                  <a:pt x="15996" y="750277"/>
                  <a:pt x="0" y="734281"/>
                  <a:pt x="0" y="714549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372553" y="2793887"/>
            <a:ext cx="35727" cy="750277"/>
          </a:xfrm>
          <a:custGeom>
            <a:avLst/>
            <a:gdLst/>
            <a:ahLst/>
            <a:cxnLst/>
            <a:rect l="l" t="t" r="r" b="b"/>
            <a:pathLst>
              <a:path w="35727" h="750277">
                <a:moveTo>
                  <a:pt x="35727" y="0"/>
                </a:moveTo>
                <a:lnTo>
                  <a:pt x="35727" y="0"/>
                </a:lnTo>
                <a:lnTo>
                  <a:pt x="35727" y="750277"/>
                </a:lnTo>
                <a:lnTo>
                  <a:pt x="35727" y="750277"/>
                </a:lnTo>
                <a:cubicBezTo>
                  <a:pt x="15996" y="750277"/>
                  <a:pt x="0" y="734281"/>
                  <a:pt x="0" y="714549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0" name="Shape 58"/>
          <p:cNvSpPr/>
          <p:nvPr/>
        </p:nvSpPr>
        <p:spPr>
          <a:xfrm>
            <a:off x="6533327" y="2936796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658373" y="3061843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0" y="44659"/>
                </a:moveTo>
                <a:lnTo>
                  <a:pt x="0" y="55824"/>
                </a:lnTo>
                <a:lnTo>
                  <a:pt x="178637" y="55824"/>
                </a:lnTo>
                <a:lnTo>
                  <a:pt x="178637" y="44659"/>
                </a:lnTo>
                <a:cubicBezTo>
                  <a:pt x="178637" y="32343"/>
                  <a:pt x="168624" y="22330"/>
                  <a:pt x="156308" y="22330"/>
                </a:cubicBezTo>
                <a:lnTo>
                  <a:pt x="22330" y="22330"/>
                </a:lnTo>
                <a:cubicBezTo>
                  <a:pt x="10013" y="22330"/>
                  <a:pt x="0" y="32343"/>
                  <a:pt x="0" y="44659"/>
                </a:cubicBezTo>
                <a:close/>
                <a:moveTo>
                  <a:pt x="0" y="72571"/>
                </a:moveTo>
                <a:lnTo>
                  <a:pt x="0" y="133978"/>
                </a:lnTo>
                <a:cubicBezTo>
                  <a:pt x="0" y="146294"/>
                  <a:pt x="10013" y="156308"/>
                  <a:pt x="22330" y="156308"/>
                </a:cubicBezTo>
                <a:lnTo>
                  <a:pt x="156308" y="156308"/>
                </a:lnTo>
                <a:cubicBezTo>
                  <a:pt x="168624" y="156308"/>
                  <a:pt x="178637" y="146294"/>
                  <a:pt x="178637" y="133978"/>
                </a:cubicBezTo>
                <a:lnTo>
                  <a:pt x="178637" y="72571"/>
                </a:lnTo>
                <a:lnTo>
                  <a:pt x="0" y="72571"/>
                </a:lnTo>
                <a:close/>
                <a:moveTo>
                  <a:pt x="22330" y="125604"/>
                </a:moveTo>
                <a:cubicBezTo>
                  <a:pt x="22330" y="120964"/>
                  <a:pt x="26063" y="117231"/>
                  <a:pt x="30703" y="117231"/>
                </a:cubicBezTo>
                <a:lnTo>
                  <a:pt x="47451" y="117231"/>
                </a:lnTo>
                <a:cubicBezTo>
                  <a:pt x="52091" y="117231"/>
                  <a:pt x="55824" y="120964"/>
                  <a:pt x="55824" y="125604"/>
                </a:cubicBezTo>
                <a:cubicBezTo>
                  <a:pt x="55824" y="130245"/>
                  <a:pt x="52091" y="133978"/>
                  <a:pt x="47451" y="133978"/>
                </a:cubicBezTo>
                <a:lnTo>
                  <a:pt x="30703" y="133978"/>
                </a:lnTo>
                <a:cubicBezTo>
                  <a:pt x="26063" y="133978"/>
                  <a:pt x="22330" y="130245"/>
                  <a:pt x="22330" y="125604"/>
                </a:cubicBezTo>
                <a:close/>
                <a:moveTo>
                  <a:pt x="72571" y="125604"/>
                </a:moveTo>
                <a:cubicBezTo>
                  <a:pt x="72571" y="120964"/>
                  <a:pt x="76305" y="117231"/>
                  <a:pt x="80945" y="117231"/>
                </a:cubicBezTo>
                <a:lnTo>
                  <a:pt x="103275" y="117231"/>
                </a:lnTo>
                <a:cubicBezTo>
                  <a:pt x="107915" y="117231"/>
                  <a:pt x="111648" y="120964"/>
                  <a:pt x="111648" y="125604"/>
                </a:cubicBezTo>
                <a:cubicBezTo>
                  <a:pt x="111648" y="130245"/>
                  <a:pt x="107915" y="133978"/>
                  <a:pt x="103275" y="133978"/>
                </a:cubicBezTo>
                <a:lnTo>
                  <a:pt x="80945" y="133978"/>
                </a:lnTo>
                <a:cubicBezTo>
                  <a:pt x="76305" y="133978"/>
                  <a:pt x="72571" y="130245"/>
                  <a:pt x="72571" y="12560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60"/>
          <p:cNvSpPr/>
          <p:nvPr/>
        </p:nvSpPr>
        <p:spPr>
          <a:xfrm>
            <a:off x="7069239" y="2936796"/>
            <a:ext cx="441234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Gateway Integration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69239" y="3222616"/>
            <a:ext cx="439447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online payments through Stripe, PayPal, or other payment processors.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72553" y="3651346"/>
            <a:ext cx="5278734" cy="928914"/>
          </a:xfrm>
          <a:custGeom>
            <a:avLst/>
            <a:gdLst/>
            <a:ahLst/>
            <a:cxnLst/>
            <a:rect l="l" t="t" r="r" b="b"/>
            <a:pathLst>
              <a:path w="5278734" h="928914">
                <a:moveTo>
                  <a:pt x="35727" y="0"/>
                </a:moveTo>
                <a:lnTo>
                  <a:pt x="5171556" y="0"/>
                </a:lnTo>
                <a:cubicBezTo>
                  <a:pt x="5230749" y="0"/>
                  <a:pt x="5278734" y="47985"/>
                  <a:pt x="5278734" y="107178"/>
                </a:cubicBezTo>
                <a:lnTo>
                  <a:pt x="5278734" y="821736"/>
                </a:lnTo>
                <a:cubicBezTo>
                  <a:pt x="5278734" y="880929"/>
                  <a:pt x="5230749" y="928914"/>
                  <a:pt x="5171556" y="928914"/>
                </a:cubicBezTo>
                <a:lnTo>
                  <a:pt x="35727" y="928914"/>
                </a:lnTo>
                <a:cubicBezTo>
                  <a:pt x="15996" y="928914"/>
                  <a:pt x="0" y="912919"/>
                  <a:pt x="0" y="893187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372553" y="3651346"/>
            <a:ext cx="35727" cy="928914"/>
          </a:xfrm>
          <a:custGeom>
            <a:avLst/>
            <a:gdLst/>
            <a:ahLst/>
            <a:cxnLst/>
            <a:rect l="l" t="t" r="r" b="b"/>
            <a:pathLst>
              <a:path w="35727" h="928914">
                <a:moveTo>
                  <a:pt x="35727" y="0"/>
                </a:moveTo>
                <a:lnTo>
                  <a:pt x="35727" y="0"/>
                </a:lnTo>
                <a:lnTo>
                  <a:pt x="35727" y="928914"/>
                </a:lnTo>
                <a:lnTo>
                  <a:pt x="35727" y="928914"/>
                </a:lnTo>
                <a:cubicBezTo>
                  <a:pt x="15996" y="928914"/>
                  <a:pt x="0" y="912919"/>
                  <a:pt x="0" y="893187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6" name="Shape 64"/>
          <p:cNvSpPr/>
          <p:nvPr/>
        </p:nvSpPr>
        <p:spPr>
          <a:xfrm>
            <a:off x="6533327" y="3794256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658373" y="3919302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22330" y="22330"/>
                </a:moveTo>
                <a:cubicBezTo>
                  <a:pt x="22330" y="16154"/>
                  <a:pt x="17340" y="11165"/>
                  <a:pt x="11165" y="11165"/>
                </a:cubicBezTo>
                <a:cubicBezTo>
                  <a:pt x="4989" y="11165"/>
                  <a:pt x="0" y="16154"/>
                  <a:pt x="0" y="22330"/>
                </a:cubicBezTo>
                <a:lnTo>
                  <a:pt x="0" y="139560"/>
                </a:lnTo>
                <a:cubicBezTo>
                  <a:pt x="0" y="154982"/>
                  <a:pt x="12491" y="167473"/>
                  <a:pt x="27912" y="167473"/>
                </a:cubicBezTo>
                <a:lnTo>
                  <a:pt x="167473" y="167473"/>
                </a:lnTo>
                <a:cubicBezTo>
                  <a:pt x="173648" y="167473"/>
                  <a:pt x="178637" y="162483"/>
                  <a:pt x="178637" y="156308"/>
                </a:cubicBezTo>
                <a:cubicBezTo>
                  <a:pt x="178637" y="150132"/>
                  <a:pt x="173648" y="145143"/>
                  <a:pt x="167473" y="145143"/>
                </a:cubicBezTo>
                <a:lnTo>
                  <a:pt x="27912" y="145143"/>
                </a:lnTo>
                <a:cubicBezTo>
                  <a:pt x="24842" y="145143"/>
                  <a:pt x="22330" y="142631"/>
                  <a:pt x="22330" y="139560"/>
                </a:cubicBezTo>
                <a:lnTo>
                  <a:pt x="22330" y="22330"/>
                </a:lnTo>
                <a:close/>
                <a:moveTo>
                  <a:pt x="164193" y="52545"/>
                </a:moveTo>
                <a:cubicBezTo>
                  <a:pt x="168554" y="48183"/>
                  <a:pt x="168554" y="41101"/>
                  <a:pt x="164193" y="36739"/>
                </a:cubicBezTo>
                <a:cubicBezTo>
                  <a:pt x="159832" y="32378"/>
                  <a:pt x="152749" y="32378"/>
                  <a:pt x="148388" y="36739"/>
                </a:cubicBezTo>
                <a:lnTo>
                  <a:pt x="111648" y="73513"/>
                </a:lnTo>
                <a:lnTo>
                  <a:pt x="91621" y="53521"/>
                </a:lnTo>
                <a:cubicBezTo>
                  <a:pt x="87260" y="49160"/>
                  <a:pt x="80177" y="49160"/>
                  <a:pt x="75816" y="53521"/>
                </a:cubicBezTo>
                <a:lnTo>
                  <a:pt x="42322" y="87016"/>
                </a:lnTo>
                <a:cubicBezTo>
                  <a:pt x="37960" y="91377"/>
                  <a:pt x="37960" y="98460"/>
                  <a:pt x="42322" y="102821"/>
                </a:cubicBezTo>
                <a:cubicBezTo>
                  <a:pt x="46683" y="107182"/>
                  <a:pt x="53766" y="107182"/>
                  <a:pt x="58127" y="102821"/>
                </a:cubicBezTo>
                <a:lnTo>
                  <a:pt x="83736" y="77212"/>
                </a:lnTo>
                <a:lnTo>
                  <a:pt x="103763" y="97239"/>
                </a:lnTo>
                <a:cubicBezTo>
                  <a:pt x="108124" y="101600"/>
                  <a:pt x="115207" y="101600"/>
                  <a:pt x="119568" y="97239"/>
                </a:cubicBezTo>
                <a:lnTo>
                  <a:pt x="164228" y="52579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8" name="Text 66"/>
          <p:cNvSpPr/>
          <p:nvPr/>
        </p:nvSpPr>
        <p:spPr>
          <a:xfrm>
            <a:off x="7069239" y="3794256"/>
            <a:ext cx="451952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Analytics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069239" y="4080076"/>
            <a:ext cx="4501662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charts and reports for invoice statistics, payment trends, and financial insights.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72553" y="4687443"/>
            <a:ext cx="5278734" cy="750277"/>
          </a:xfrm>
          <a:custGeom>
            <a:avLst/>
            <a:gdLst/>
            <a:ahLst/>
            <a:cxnLst/>
            <a:rect l="l" t="t" r="r" b="b"/>
            <a:pathLst>
              <a:path w="5278734" h="750277">
                <a:moveTo>
                  <a:pt x="35727" y="0"/>
                </a:moveTo>
                <a:lnTo>
                  <a:pt x="5171550" y="0"/>
                </a:lnTo>
                <a:cubicBezTo>
                  <a:pt x="5230746" y="0"/>
                  <a:pt x="5278734" y="47988"/>
                  <a:pt x="5278734" y="107185"/>
                </a:cubicBezTo>
                <a:lnTo>
                  <a:pt x="5278734" y="643092"/>
                </a:lnTo>
                <a:cubicBezTo>
                  <a:pt x="5278734" y="702289"/>
                  <a:pt x="5230746" y="750277"/>
                  <a:pt x="5171550" y="750277"/>
                </a:cubicBezTo>
                <a:lnTo>
                  <a:pt x="35727" y="750277"/>
                </a:lnTo>
                <a:cubicBezTo>
                  <a:pt x="15996" y="750277"/>
                  <a:pt x="0" y="734281"/>
                  <a:pt x="0" y="714549"/>
                </a:cubicBezTo>
                <a:lnTo>
                  <a:pt x="0" y="35727"/>
                </a:lnTo>
                <a:cubicBezTo>
                  <a:pt x="0" y="16009"/>
                  <a:pt x="16009" y="0"/>
                  <a:pt x="3572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6372553" y="4687443"/>
            <a:ext cx="35727" cy="750277"/>
          </a:xfrm>
          <a:custGeom>
            <a:avLst/>
            <a:gdLst/>
            <a:ahLst/>
            <a:cxnLst/>
            <a:rect l="l" t="t" r="r" b="b"/>
            <a:pathLst>
              <a:path w="35727" h="750277">
                <a:moveTo>
                  <a:pt x="35727" y="0"/>
                </a:moveTo>
                <a:lnTo>
                  <a:pt x="35727" y="0"/>
                </a:lnTo>
                <a:lnTo>
                  <a:pt x="35727" y="750277"/>
                </a:lnTo>
                <a:lnTo>
                  <a:pt x="35727" y="750277"/>
                </a:lnTo>
                <a:cubicBezTo>
                  <a:pt x="15996" y="750277"/>
                  <a:pt x="0" y="734281"/>
                  <a:pt x="0" y="714549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2" name="Shape 70"/>
          <p:cNvSpPr/>
          <p:nvPr/>
        </p:nvSpPr>
        <p:spPr>
          <a:xfrm>
            <a:off x="6533327" y="4830353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680703" y="4955399"/>
            <a:ext cx="133978" cy="178637"/>
          </a:xfrm>
          <a:custGeom>
            <a:avLst/>
            <a:gdLst/>
            <a:ahLst/>
            <a:cxnLst/>
            <a:rect l="l" t="t" r="r" b="b"/>
            <a:pathLst>
              <a:path w="133978" h="178637">
                <a:moveTo>
                  <a:pt x="5582" y="22330"/>
                </a:moveTo>
                <a:cubicBezTo>
                  <a:pt x="5582" y="10013"/>
                  <a:pt x="15596" y="0"/>
                  <a:pt x="27912" y="0"/>
                </a:cubicBezTo>
                <a:lnTo>
                  <a:pt x="106066" y="0"/>
                </a:lnTo>
                <a:cubicBezTo>
                  <a:pt x="118382" y="0"/>
                  <a:pt x="128396" y="10013"/>
                  <a:pt x="128396" y="22330"/>
                </a:cubicBezTo>
                <a:lnTo>
                  <a:pt x="128396" y="156308"/>
                </a:lnTo>
                <a:cubicBezTo>
                  <a:pt x="128396" y="168624"/>
                  <a:pt x="118382" y="178637"/>
                  <a:pt x="106066" y="178637"/>
                </a:cubicBezTo>
                <a:lnTo>
                  <a:pt x="27912" y="178637"/>
                </a:lnTo>
                <a:cubicBezTo>
                  <a:pt x="15596" y="178637"/>
                  <a:pt x="5582" y="168624"/>
                  <a:pt x="5582" y="156308"/>
                </a:cubicBezTo>
                <a:lnTo>
                  <a:pt x="5582" y="22330"/>
                </a:lnTo>
                <a:close/>
                <a:moveTo>
                  <a:pt x="27912" y="22330"/>
                </a:moveTo>
                <a:lnTo>
                  <a:pt x="27912" y="128396"/>
                </a:lnTo>
                <a:lnTo>
                  <a:pt x="106066" y="128396"/>
                </a:lnTo>
                <a:lnTo>
                  <a:pt x="106066" y="22330"/>
                </a:lnTo>
                <a:lnTo>
                  <a:pt x="27912" y="22330"/>
                </a:lnTo>
                <a:close/>
                <a:moveTo>
                  <a:pt x="66989" y="164681"/>
                </a:moveTo>
                <a:cubicBezTo>
                  <a:pt x="73165" y="164681"/>
                  <a:pt x="78154" y="159692"/>
                  <a:pt x="78154" y="153516"/>
                </a:cubicBezTo>
                <a:cubicBezTo>
                  <a:pt x="78154" y="147341"/>
                  <a:pt x="73165" y="142352"/>
                  <a:pt x="66989" y="142352"/>
                </a:cubicBezTo>
                <a:cubicBezTo>
                  <a:pt x="60813" y="142352"/>
                  <a:pt x="55824" y="147341"/>
                  <a:pt x="55824" y="153516"/>
                </a:cubicBezTo>
                <a:cubicBezTo>
                  <a:pt x="55824" y="159692"/>
                  <a:pt x="60813" y="164681"/>
                  <a:pt x="66989" y="164681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4" name="Text 72"/>
          <p:cNvSpPr/>
          <p:nvPr/>
        </p:nvSpPr>
        <p:spPr>
          <a:xfrm>
            <a:off x="7069239" y="4830353"/>
            <a:ext cx="429622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069239" y="5116172"/>
            <a:ext cx="427836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mobile apps for iOS and Android for on-the-go invoice management.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90434" y="1737711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30000"/>
                </a:srgbClr>
              </a:gs>
              <a:gs pos="100000">
                <a:srgbClr val="F6AD55">
                  <a:alpha val="30000"/>
                </a:srgbClr>
              </a:gs>
            </a:gsLst>
            <a:lin ang="2700000" scaled="1"/>
          </a:gradFill>
          <a:ln w="5080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99984" y="19472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3"/>
          <p:cNvSpPr/>
          <p:nvPr/>
        </p:nvSpPr>
        <p:spPr>
          <a:xfrm>
            <a:off x="4068364" y="2861661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56984" y="369986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Shape 5"/>
          <p:cNvSpPr/>
          <p:nvPr/>
        </p:nvSpPr>
        <p:spPr>
          <a:xfrm>
            <a:off x="5523784" y="3699861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9" name="Shape 6"/>
          <p:cNvSpPr/>
          <p:nvPr/>
        </p:nvSpPr>
        <p:spPr>
          <a:xfrm>
            <a:off x="6285784" y="369986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Text 7"/>
          <p:cNvSpPr/>
          <p:nvPr/>
        </p:nvSpPr>
        <p:spPr>
          <a:xfrm>
            <a:off x="4168377" y="3966561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DF86A4FD-5BA2-3BE5-D3E4-2B03B6FD396C}"/>
              </a:ext>
            </a:extLst>
          </p:cNvPr>
          <p:cNvSpPr/>
          <p:nvPr/>
        </p:nvSpPr>
        <p:spPr>
          <a:xfrm>
            <a:off x="-56792" y="-862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4FD1C5">
                  <a:alpha val="20000"/>
                </a:srgbClr>
              </a:gs>
            </a:gsLst>
            <a:lin ang="2700000" scaled="1"/>
          </a:gra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584</Words>
  <Application>Microsoft Office PowerPoint</Application>
  <PresentationFormat>Widescreen</PresentationFormat>
  <Paragraphs>192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Management System (IMS)</dc:title>
  <dc:subject>Invoice Management System (IMS)</dc:subject>
  <dc:creator>Kimi</dc:creator>
  <cp:lastModifiedBy>heet mehta</cp:lastModifiedBy>
  <cp:revision>5</cp:revision>
  <dcterms:created xsi:type="dcterms:W3CDTF">2026-02-02T16:03:28Z</dcterms:created>
  <dcterms:modified xsi:type="dcterms:W3CDTF">2026-02-25T08:35:50Z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{"Label":"Invoice Management System (IMS)","ContentProducer":"001191110108MACG2KBH8F10000","ProduceID":"19c1f0fa-7182-8d7e-8000-00007c4d024e","ReservedCode1":"","ContentPropagator":"001191110108MACG2KBH8F20000","PropagateID":"19c1f0fa-7182-8d7e-8000-00007c4d024e","ReservedCode2":""}</vt:lpwstr>
  </property>
</Properties>
</file>